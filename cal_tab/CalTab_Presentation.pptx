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diagrams/drawing1.xml" ContentType="application/vnd.openxmlformats-officedocument.drawingml.diagramDrawing+xml"/>
  <Override PartName="/ppt/presProps.xml" ContentType="application/vnd.openxmlformats-officedocument.presentationml.presProps+xml"/>
  <Override PartName="/ppt/diagrams/data1.xml" ContentType="application/vnd.openxmlformats-officedocument.drawingml.diagramData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9.xml" ContentType="application/vnd.openxmlformats-officedocument.presentationml.notesSlide+xml"/>
  <Override PartName="/ppt/diagrams/quickStyle2.xml" ContentType="application/vnd.openxmlformats-officedocument.drawingml.diagramStyle+xml"/>
  <Override PartName="/ppt/slides/slide8.xml" ContentType="application/vnd.openxmlformats-officedocument.presentationml.slide+xml"/>
  <Override PartName="/ppt/diagrams/layout1.xml" ContentType="application/vnd.openxmlformats-officedocument.drawingml.diagramLayout+xml"/>
  <Override PartName="/ppt/slideMasters/slideMaster1.xml" ContentType="application/vnd.openxmlformats-officedocument.presentationml.slideMaster+xml"/>
  <Override PartName="/ppt/diagrams/colors1.xml" ContentType="application/vnd.openxmlformats-officedocument.drawingml.diagramColors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drawing2.xml" ContentType="application/vnd.openxmlformats-officedocument.drawingml.diagramDrawing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diagrams/colors2.xml" ContentType="application/vnd.openxmlformats-officedocument.drawingml.diagramColors+xml"/>
  <Override PartName="/ppt/slideLayouts/slideLayout4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quickStyle1.xml" ContentType="application/vnd.openxmlformats-officedocument.drawingml.diagramStyl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4" d="100"/>
          <a:sy n="104" d="100"/>
        </p:scale>
        <p:origin x="138" y="36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ata2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_rels/drawing2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2"/>
      <a:schemeClr val="accent3"/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2">
        <a:alpha val="50000"/>
      </a:schemeClr>
      <a:schemeClr val="accent3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2">
        <a:tint val="50000"/>
      </a:schemeClr>
      <a:schemeClr val="accent3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2">
        <a:tint val="50000"/>
      </a:schemeClr>
      <a:schemeClr val="accent3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2">
        <a:tint val="50000"/>
      </a:schemeClr>
      <a:schemeClr val="accent3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2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3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>
        <a:tint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>
        <a:tint val="7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>
        <a:tint val="5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2">
        <a:tint val="40000"/>
        <a:alpha val="90000"/>
      </a:schemeClr>
      <a:schemeClr val="accent3">
        <a:tint val="40000"/>
        <a:alpha val="90000"/>
      </a:schemeClr>
    </dgm:fillClrLst>
    <dgm:linClrLst hueDir="cw" meth="span">
      <a:schemeClr val="accent2">
        <a:tint val="40000"/>
        <a:alpha val="90000"/>
      </a:schemeClr>
      <a:schemeClr val="accent3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2">
        <a:tint val="40000"/>
        <a:alpha val="90000"/>
      </a:schemeClr>
      <a:schemeClr val="accent3">
        <a:tint val="40000"/>
        <a:alpha val="90000"/>
      </a:schemeClr>
    </dgm:fillClrLst>
    <dgm:linClrLst hueDir="cw" meth="span">
      <a:schemeClr val="accent2">
        <a:tint val="40000"/>
        <a:alpha val="90000"/>
      </a:schemeClr>
      <a:schemeClr val="accent3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2">
        <a:tint val="40000"/>
        <a:alpha val="90000"/>
      </a:schemeClr>
      <a:schemeClr val="accent3">
        <a:tint val="40000"/>
        <a:alpha val="90000"/>
      </a:schemeClr>
    </dgm:fillClrLst>
    <dgm:linClrLst hueDir="cw" meth="span">
      <a:schemeClr val="accent2">
        <a:tint val="40000"/>
        <a:alpha val="90000"/>
      </a:schemeClr>
      <a:schemeClr val="accent3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dk1">
        <a:tint val="40000"/>
      </a:schemeClr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dk1">
        <a:tint val="40000"/>
      </a:schemeClr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dk1">
        <a:tint val="40000"/>
      </a:schemeClr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dk1">
        <a:tint val="60000"/>
      </a:schemeClr>
    </dgm:fillClrLst>
    <dgm:linClrLst hueDir="cw" meth="repeat">
      <a:schemeClr val="dk1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dk1">
        <a:tint val="60000"/>
      </a:schemeClr>
    </dgm:fillClrLst>
    <dgm:linClrLst hueDir="cw" meth="repeat">
      <a:schemeClr val="dk1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dk1">
        <a:tint val="60000"/>
      </a:schemeClr>
    </dgm:fillClrLst>
    <dgm:linClrLst hueDir="cw" meth="repeat">
      <a:schemeClr val="dk1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dk1"/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dk1"/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dk1">
        <a:tint val="60000"/>
      </a:schemeClr>
    </dgm:fillClrLst>
    <dgm:linClrLst hueDir="cw" meth="repeat">
      <a:schemeClr val="dk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dk1"/>
    </dgm:fillClrLst>
    <dgm:linClrLst hueDir="cw" meth="repeat">
      <a:schemeClr val="dk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dk1"/>
    </dgm:fillClrLst>
    <dgm:linClrLst hueDir="cw" meth="repeat">
      <a:schemeClr val="dk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dk1"/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dk1"/>
    </dgm:fillClrLst>
    <dgm:linClrLst hueDir="cw" meth="repeat">
      <a:schemeClr val="dk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dk1"/>
    </dgm:fillClrLst>
    <dgm:linClrLst hueDir="cw" meth="repeat">
      <a:schemeClr val="dk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dk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dk1"/>
    </dgm:fillClrLst>
    <dgm:linClrLst hueDir="cw" meth="repeat">
      <a:schemeClr val="dk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dk1">
        <a:alpha val="9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dk1">
        <a:alpha val="9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dk1">
        <a:alpha val="9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dk1">
        <a:alpha val="4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dk1">
        <a:alpha val="9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dk1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dk1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dk1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dk1">
        <a:alpha val="9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dk1">
        <a:alpha val="9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dk1">
        <a:alpha val="9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dk1">
        <a:alpha val="90000"/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dk1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dk1">
        <a:shade val="8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dk1">
        <a:tint val="50000"/>
        <a:alpha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dk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2309FDA8-5084-45D8-A09A-FF306923BBDD}" type="doc">
      <dgm:prSet loTypeId="urn:microsoft.com/office/officeart/2005/8/layout/venn2" loCatId="relationship" qsTypeId="urn:microsoft.com/office/officeart/2005/8/quickstyle/simple1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A094C34E-2464-4538-A684-6FD27F9CA2AE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Screens &amp; Widgets</a:t>
          </a:r>
          <a:endParaRPr/>
        </a:p>
      </dgm:t>
    </dgm:pt>
    <dgm:pt modelId="{3C38196A-6312-4CBC-A2D0-681D3017D589}" type="parTrans" cxnId="{EAF9423C-5810-4ABF-802E-7E924214A06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33AC22A-1475-41D1-A45A-27EB1B68D8F7}" type="sibTrans" cxnId="{EAF9423C-5810-4ABF-802E-7E924214A06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0B0A90D-9FB5-4EF4-8DB7-DCF5D9563F59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Riverpod</a:t>
          </a:r>
          <a:r>
            <a:rPr lang="en-US"/>
            <a:t> providers</a:t>
          </a:r>
          <a:endParaRPr/>
        </a:p>
      </dgm:t>
    </dgm:pt>
    <dgm:pt modelId="{D717495D-C271-471A-B3E7-06BE73453944}" type="parTrans" cxnId="{3CE146D8-D0B3-4815-86A3-F36DF6B20B6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5FEBF77-1883-4158-8476-9CEB803CB543}" type="sibTrans" cxnId="{3CE146D8-D0B3-4815-86A3-F36DF6B20B6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18940A0-1495-4E39-8475-0B88F3D095E0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Repositories &amp; services</a:t>
          </a:r>
          <a:endParaRPr/>
        </a:p>
      </dgm:t>
    </dgm:pt>
    <dgm:pt modelId="{69FC3B13-EA0E-4E97-8B4A-69C86A2D220E}" type="parTrans" cxnId="{716B3243-5394-4869-8BE7-518DC4E7408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05E71A4-D77F-4C80-9536-AC60D1B035B3}" type="sibTrans" cxnId="{716B3243-5394-4869-8BE7-518DC4E7408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2C69C62-E9A3-4681-B695-F9A4E92E88F4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Local Storage &amp; APIs</a:t>
          </a:r>
          <a:endParaRPr/>
        </a:p>
      </dgm:t>
    </dgm:pt>
    <dgm:pt modelId="{8B4E0C54-6033-4127-B26E-92B953AF6F9A}" type="parTrans" cxnId="{E85C834A-E649-4A4F-B0B7-A86EAFB6D89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D3BF514-97C0-4690-B60C-36FE90263ED1}" type="sibTrans" cxnId="{E85C834A-E649-4A4F-B0B7-A86EAFB6D89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9DF7689-994F-4214-93D1-9E9A1DFE12C6}" type="pres">
      <dgm:prSet presAssocID="{2309FDA8-5084-45D8-A09A-FF306923BBDD}" presName="Name0" presStyleCnt="0">
        <dgm:presLayoutVars>
          <dgm:chMax val="7"/>
          <dgm:resizeHandles val="exact"/>
        </dgm:presLayoutVars>
      </dgm:prSet>
      <dgm:spPr bwMode="auto"/>
    </dgm:pt>
    <dgm:pt modelId="{E92B9CBA-A0A8-4EEB-9094-4C04A75DA583}" type="pres">
      <dgm:prSet presAssocID="{2309FDA8-5084-45D8-A09A-FF306923BBDD}" presName="comp1" presStyleCnt="0"/>
      <dgm:spPr bwMode="auto"/>
    </dgm:pt>
    <dgm:pt modelId="{5D8B5A13-1A25-4F88-9EE7-D12209825C78}" type="pres">
      <dgm:prSet presAssocID="{2309FDA8-5084-45D8-A09A-FF306923BBDD}" presName="circle1" presStyleLbl="node1" presStyleIdx="0" presStyleCnt="4"/>
      <dgm:spPr bwMode="auto"/>
    </dgm:pt>
    <dgm:pt modelId="{7B9AD631-0336-468E-96A5-66DC3242CFD6}" type="pres">
      <dgm:prSet presAssocID="{2309FDA8-5084-45D8-A09A-FF306923BBDD}" presName="c1text" presStyleLbl="node1" presStyleIdx="0" presStyleCnt="4">
        <dgm:presLayoutVars>
          <dgm:bulletEnabled val="1"/>
        </dgm:presLayoutVars>
      </dgm:prSet>
      <dgm:spPr bwMode="auto"/>
    </dgm:pt>
    <dgm:pt modelId="{33C14EE9-E36E-4EED-B1CA-BFB3D6F6D3FD}" type="pres">
      <dgm:prSet presAssocID="{2309FDA8-5084-45D8-A09A-FF306923BBDD}" presName="comp2" presStyleCnt="0"/>
      <dgm:spPr bwMode="auto"/>
    </dgm:pt>
    <dgm:pt modelId="{CC1EBE22-4D76-4148-8A7B-132922B57AC2}" type="pres">
      <dgm:prSet presAssocID="{2309FDA8-5084-45D8-A09A-FF306923BBDD}" presName="circle2" presStyleLbl="node1" presStyleIdx="1" presStyleCnt="4"/>
      <dgm:spPr bwMode="auto"/>
    </dgm:pt>
    <dgm:pt modelId="{DD912978-EBC4-4F30-97CF-1A3127C2410A}" type="pres">
      <dgm:prSet presAssocID="{2309FDA8-5084-45D8-A09A-FF306923BBDD}" presName="c2text" presStyleLbl="node1" presStyleIdx="1" presStyleCnt="4">
        <dgm:presLayoutVars>
          <dgm:bulletEnabled val="1"/>
        </dgm:presLayoutVars>
      </dgm:prSet>
      <dgm:spPr bwMode="auto"/>
    </dgm:pt>
    <dgm:pt modelId="{7461AE30-78BF-417A-BEE3-61200564D395}" type="pres">
      <dgm:prSet presAssocID="{2309FDA8-5084-45D8-A09A-FF306923BBDD}" presName="comp3" presStyleCnt="0"/>
      <dgm:spPr bwMode="auto"/>
    </dgm:pt>
    <dgm:pt modelId="{0525D0D8-8E4D-4256-8BFF-85524A898CA2}" type="pres">
      <dgm:prSet presAssocID="{2309FDA8-5084-45D8-A09A-FF306923BBDD}" presName="circle3" presStyleLbl="node1" presStyleIdx="2" presStyleCnt="4"/>
      <dgm:spPr bwMode="auto"/>
    </dgm:pt>
    <dgm:pt modelId="{9A1FEC70-668C-420A-BD49-5AFC2E43BFFB}" type="pres">
      <dgm:prSet presAssocID="{2309FDA8-5084-45D8-A09A-FF306923BBDD}" presName="c3text" presStyleLbl="node1" presStyleIdx="2" presStyleCnt="4">
        <dgm:presLayoutVars>
          <dgm:bulletEnabled val="1"/>
        </dgm:presLayoutVars>
      </dgm:prSet>
      <dgm:spPr bwMode="auto"/>
    </dgm:pt>
    <dgm:pt modelId="{06AE6B29-5A7C-4BB5-93E2-1EA83F958F87}" type="pres">
      <dgm:prSet presAssocID="{2309FDA8-5084-45D8-A09A-FF306923BBDD}" presName="comp4" presStyleCnt="0"/>
      <dgm:spPr bwMode="auto"/>
    </dgm:pt>
    <dgm:pt modelId="{34F6B132-59C9-4A42-ADA0-401ED692CC40}" type="pres">
      <dgm:prSet presAssocID="{2309FDA8-5084-45D8-A09A-FF306923BBDD}" presName="circle4" presStyleLbl="node1" presStyleIdx="3" presStyleCnt="4"/>
      <dgm:spPr bwMode="auto"/>
    </dgm:pt>
    <dgm:pt modelId="{4BE1B972-D146-4628-AD49-20EAD83A021F}" type="pres">
      <dgm:prSet presAssocID="{2309FDA8-5084-45D8-A09A-FF306923BBDD}" presName="c4text" presStyleLbl="node1" presStyleIdx="3" presStyleCnt="4">
        <dgm:presLayoutVars>
          <dgm:bulletEnabled val="1"/>
        </dgm:presLayoutVars>
      </dgm:prSet>
      <dgm:spPr bwMode="auto"/>
    </dgm:pt>
  </dgm:ptLst>
  <dgm:cxnLst>
    <dgm:cxn modelId="{F3903F06-9A98-4EBB-A2D1-973A2329C1BA}" type="presOf" srcId="{A094C34E-2464-4538-A684-6FD27F9CA2AE}" destId="{5D8B5A13-1A25-4F88-9EE7-D12209825C78}" srcOrd="0" destOrd="0" presId="urn:microsoft.com/office/officeart/2005/8/layout/venn2"/>
    <dgm:cxn modelId="{F64BA037-85F2-4D3A-819E-200194A85940}" type="presOf" srcId="{2309FDA8-5084-45D8-A09A-FF306923BBDD}" destId="{C9DF7689-994F-4214-93D1-9E9A1DFE12C6}" srcOrd="0" destOrd="0" presId="urn:microsoft.com/office/officeart/2005/8/layout/venn2"/>
    <dgm:cxn modelId="{EAF9423C-5810-4ABF-802E-7E924214A06E}" type="parOf" srcId="{2309FDA8-5084-45D8-A09A-FF306923BBDD}" destId="{A094C34E-2464-4538-A684-6FD27F9CA2AE}" srcOrd="0" destOrd="0" parTransId="{3C38196A-6312-4CBC-A2D0-681D3017D589}" sibTransId="{A33AC22A-1475-41D1-A45A-27EB1B68D8F7}"/>
    <dgm:cxn modelId="{F82A3A60-CC51-4EDE-8CDB-60E40BD77341}" type="presOf" srcId="{70B0A90D-9FB5-4EF4-8DB7-DCF5D9563F59}" destId="{DD912978-EBC4-4F30-97CF-1A3127C2410A}" srcOrd="1" destOrd="0" presId="urn:microsoft.com/office/officeart/2005/8/layout/venn2"/>
    <dgm:cxn modelId="{716B3243-5394-4869-8BE7-518DC4E74081}" type="parOf" srcId="{2309FDA8-5084-45D8-A09A-FF306923BBDD}" destId="{718940A0-1495-4E39-8475-0B88F3D095E0}" srcOrd="2" destOrd="0" parTransId="{69FC3B13-EA0E-4E97-8B4A-69C86A2D220E}" sibTransId="{205E71A4-D77F-4C80-9536-AC60D1B035B3}"/>
    <dgm:cxn modelId="{E85C834A-E649-4A4F-B0B7-A86EAFB6D894}" type="parOf" srcId="{2309FDA8-5084-45D8-A09A-FF306923BBDD}" destId="{82C69C62-E9A3-4681-B695-F9A4E92E88F4}" srcOrd="3" destOrd="0" parTransId="{8B4E0C54-6033-4127-B26E-92B953AF6F9A}" sibTransId="{4D3BF514-97C0-4690-B60C-36FE90263ED1}"/>
    <dgm:cxn modelId="{87B76196-A1CB-451C-B3C5-ED6ED1DCECD4}" type="presOf" srcId="{718940A0-1495-4E39-8475-0B88F3D095E0}" destId="{0525D0D8-8E4D-4256-8BFF-85524A898CA2}" srcOrd="0" destOrd="0" presId="urn:microsoft.com/office/officeart/2005/8/layout/venn2"/>
    <dgm:cxn modelId="{EEAA21B2-5B67-4B25-BE31-9F243E23904E}" type="presOf" srcId="{A094C34E-2464-4538-A684-6FD27F9CA2AE}" destId="{7B9AD631-0336-468E-96A5-66DC3242CFD6}" srcOrd="1" destOrd="0" presId="urn:microsoft.com/office/officeart/2005/8/layout/venn2"/>
    <dgm:cxn modelId="{713F35C4-1C5D-49E1-82E5-A3AF0743C15C}" type="presOf" srcId="{70B0A90D-9FB5-4EF4-8DB7-DCF5D9563F59}" destId="{CC1EBE22-4D76-4148-8A7B-132922B57AC2}" srcOrd="0" destOrd="0" presId="urn:microsoft.com/office/officeart/2005/8/layout/venn2"/>
    <dgm:cxn modelId="{338D94CA-68F9-4E1E-A185-33FE926DD5A1}" type="presOf" srcId="{82C69C62-E9A3-4681-B695-F9A4E92E88F4}" destId="{4BE1B972-D146-4628-AD49-20EAD83A021F}" srcOrd="1" destOrd="0" presId="urn:microsoft.com/office/officeart/2005/8/layout/venn2"/>
    <dgm:cxn modelId="{08B843D0-7BB5-4B76-B889-1B2A873BD1EC}" type="presOf" srcId="{718940A0-1495-4E39-8475-0B88F3D095E0}" destId="{9A1FEC70-668C-420A-BD49-5AFC2E43BFFB}" srcOrd="1" destOrd="0" presId="urn:microsoft.com/office/officeart/2005/8/layout/venn2"/>
    <dgm:cxn modelId="{3CE146D8-D0B3-4815-86A3-F36DF6B20B63}" type="parOf" srcId="{2309FDA8-5084-45D8-A09A-FF306923BBDD}" destId="{70B0A90D-9FB5-4EF4-8DB7-DCF5D9563F59}" srcOrd="1" destOrd="0" parTransId="{D717495D-C271-471A-B3E7-06BE73453944}" sibTransId="{55FEBF77-1883-4158-8476-9CEB803CB543}"/>
    <dgm:cxn modelId="{4294EDEF-5665-42C1-96AC-C814BABCDBDA}" type="presOf" srcId="{82C69C62-E9A3-4681-B695-F9A4E92E88F4}" destId="{34F6B132-59C9-4A42-ADA0-401ED692CC40}" srcOrd="0" destOrd="0" presId="urn:microsoft.com/office/officeart/2005/8/layout/venn2"/>
    <dgm:cxn modelId="{485A3BD3-92F5-4A0D-98C7-1AEF06DF24FF}" type="presParOf" srcId="{C9DF7689-994F-4214-93D1-9E9A1DFE12C6}" destId="{E92B9CBA-A0A8-4EEB-9094-4C04A75DA583}" srcOrd="0" destOrd="0" presId="urn:microsoft.com/office/officeart/2005/8/layout/venn2"/>
    <dgm:cxn modelId="{D2CD459A-FED9-4259-B5D8-D529B5E7C12D}" type="presParOf" srcId="{E92B9CBA-A0A8-4EEB-9094-4C04A75DA583}" destId="{5D8B5A13-1A25-4F88-9EE7-D12209825C78}" srcOrd="0" destOrd="0" presId="urn:microsoft.com/office/officeart/2005/8/layout/venn2"/>
    <dgm:cxn modelId="{0211932E-C0AB-4D1A-88E6-9C4D64D554F6}" type="presParOf" srcId="{E92B9CBA-A0A8-4EEB-9094-4C04A75DA583}" destId="{7B9AD631-0336-468E-96A5-66DC3242CFD6}" srcOrd="1" destOrd="0" presId="urn:microsoft.com/office/officeart/2005/8/layout/venn2"/>
    <dgm:cxn modelId="{30499FA1-B9EA-4CF6-BD22-95EF7D67E277}" type="presParOf" srcId="{C9DF7689-994F-4214-93D1-9E9A1DFE12C6}" destId="{33C14EE9-E36E-4EED-B1CA-BFB3D6F6D3FD}" srcOrd="1" destOrd="0" presId="urn:microsoft.com/office/officeart/2005/8/layout/venn2"/>
    <dgm:cxn modelId="{4E1DD900-DDD4-4EE0-A07D-2097129A5B35}" type="presParOf" srcId="{33C14EE9-E36E-4EED-B1CA-BFB3D6F6D3FD}" destId="{CC1EBE22-4D76-4148-8A7B-132922B57AC2}" srcOrd="0" destOrd="0" presId="urn:microsoft.com/office/officeart/2005/8/layout/venn2"/>
    <dgm:cxn modelId="{E7EBA242-D992-44B4-AC88-7627C04DE9CF}" type="presParOf" srcId="{33C14EE9-E36E-4EED-B1CA-BFB3D6F6D3FD}" destId="{DD912978-EBC4-4F30-97CF-1A3127C2410A}" srcOrd="1" destOrd="0" presId="urn:microsoft.com/office/officeart/2005/8/layout/venn2"/>
    <dgm:cxn modelId="{D53E80E7-9DC6-4168-B20B-9C5249031C78}" type="presParOf" srcId="{C9DF7689-994F-4214-93D1-9E9A1DFE12C6}" destId="{7461AE30-78BF-417A-BEE3-61200564D395}" srcOrd="2" destOrd="0" presId="urn:microsoft.com/office/officeart/2005/8/layout/venn2"/>
    <dgm:cxn modelId="{E7BD9498-BD41-4EE6-8835-ACE629BD041F}" type="presParOf" srcId="{7461AE30-78BF-417A-BEE3-61200564D395}" destId="{0525D0D8-8E4D-4256-8BFF-85524A898CA2}" srcOrd="0" destOrd="0" presId="urn:microsoft.com/office/officeart/2005/8/layout/venn2"/>
    <dgm:cxn modelId="{5B071F8D-5F9B-401C-8BD6-5AB7363B9842}" type="presParOf" srcId="{7461AE30-78BF-417A-BEE3-61200564D395}" destId="{9A1FEC70-668C-420A-BD49-5AFC2E43BFFB}" srcOrd="1" destOrd="0" presId="urn:microsoft.com/office/officeart/2005/8/layout/venn2"/>
    <dgm:cxn modelId="{D6A12C76-477A-459A-9733-2AD2758EDC37}" type="presParOf" srcId="{C9DF7689-994F-4214-93D1-9E9A1DFE12C6}" destId="{06AE6B29-5A7C-4BB5-93E2-1EA83F958F87}" srcOrd="3" destOrd="0" presId="urn:microsoft.com/office/officeart/2005/8/layout/venn2"/>
    <dgm:cxn modelId="{0232F82E-298B-49F5-9951-84D98EEA687A}" type="presParOf" srcId="{06AE6B29-5A7C-4BB5-93E2-1EA83F958F87}" destId="{34F6B132-59C9-4A42-ADA0-401ED692CC40}" srcOrd="0" destOrd="0" presId="urn:microsoft.com/office/officeart/2005/8/layout/venn2"/>
    <dgm:cxn modelId="{17A9E805-26E5-4C7B-B365-CBFD3E2B935E}" type="presParOf" srcId="{06AE6B29-5A7C-4BB5-93E2-1EA83F958F87}" destId="{4BE1B972-D146-4628-AD49-20EAD83A021F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6A3870AE-E0DB-4A20-B1BA-9627AA1F72FA}" type="doc">
      <dgm:prSet loTypeId="urn:microsoft.com/office/officeart/2024/layout/BulletTimeline" loCatId="process" qsTypeId="urn:microsoft.com/office/officeart/2005/8/quickstyle/simple1" qsCatId="simple" csTypeId="urn:microsoft.com/office/officeart/2005/8/colors/accent0_1" csCatId="mainScheme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ED43F054-8038-49D9-9866-85E1519AFAEC}" type="node">
      <dgm:prSet phldr="0" phldrT="[Text]"/>
      <dgm:spPr bwMode="auto"/>
      <dgm:t>
        <a:bodyPr/>
        <a:lstStyle/>
        <a:p>
          <a:pPr>
            <a:defRPr b="1"/>
          </a:pPr>
          <a:r>
            <a:rPr lang="en-US">
              <a:latin typeface="Helvetica Neue"/>
            </a:rPr>
            <a:t>User selects food</a:t>
          </a:r>
          <a:endParaRPr/>
        </a:p>
      </dgm:t>
    </dgm:pt>
    <dgm:pt modelId="{188BF56A-AC4C-460D-8138-41F83F390C90}" type="parTrans" cxnId="{91653EC1-35D7-44EB-9D11-C0CCFB225FE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6139D25-728D-4EFB-ACC2-466F4763A0E6}" type="sibTrans" cxnId="{91653EC1-35D7-44EB-9D11-C0CCFB225FE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F6CE4C2-F6FE-4B1F-A44B-AD1346E11554}" type="node">
      <dgm:prSet phldr="0" phldrT="[Text]"/>
      <dgm:spPr bwMode="auto"/>
      <dgm:t>
        <a:bodyPr/>
        <a:lstStyle/>
        <a:p>
          <a:pPr>
            <a:defRPr b="1"/>
          </a:pPr>
          <a:r>
            <a:rPr lang="en-US">
              <a:latin typeface="Helvetica Neue"/>
            </a:rPr>
            <a:t>FoodDetailScreen</a:t>
          </a:r>
          <a:r>
            <a:rPr lang="en-US">
              <a:latin typeface="Helvetica Neue"/>
            </a:rPr>
            <a:t> confirms quantity + meal</a:t>
          </a:r>
          <a:endParaRPr/>
        </a:p>
      </dgm:t>
    </dgm:pt>
    <dgm:pt modelId="{C3D6040E-F115-42EA-A736-43DFD3AAA0B4}" type="parTrans" cxnId="{92DD2BA0-F6C8-4E1F-AD27-8A631603F00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F7CFE5F-8789-4CBF-A44A-8A288A44F95D}" type="sibTrans" cxnId="{92DD2BA0-F6C8-4E1F-AD27-8A631603F00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5D471FB-8F51-422A-9F9C-D680C3E3DEC4}" type="node">
      <dgm:prSet phldr="0" phldrT="[Text]"/>
      <dgm:spPr bwMode="auto"/>
      <dgm:t>
        <a:bodyPr/>
        <a:lstStyle/>
        <a:p>
          <a:pPr>
            <a:defRPr b="1"/>
          </a:pPr>
          <a:r>
            <a:rPr lang="en-US">
              <a:latin typeface="Helvetica Neue"/>
            </a:rPr>
            <a:t>DailyLogController</a:t>
          </a:r>
          <a:r>
            <a:rPr lang="en-US">
              <a:latin typeface="Helvetica Neue"/>
            </a:rPr>
            <a:t> creates meal entry</a:t>
          </a:r>
          <a:endParaRPr/>
        </a:p>
      </dgm:t>
    </dgm:pt>
    <dgm:pt modelId="{D9EBDDAD-1105-4FD7-BE1F-CB59CDECBFE2}" type="parTrans" cxnId="{D85B3E86-ADFC-447C-96D6-A42D71B4796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9628205-AF8E-43D0-B747-06DBD0917364}" type="sibTrans" cxnId="{D85B3E86-ADFC-447C-96D6-A42D71B4796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1B7F822-5F29-4EE8-9666-0249575D8BA8}" type="node">
      <dgm:prSet phldr="0" phldrT="[Text]"/>
      <dgm:spPr bwMode="auto"/>
      <dgm:t>
        <a:bodyPr/>
        <a:lstStyle/>
        <a:p>
          <a:pPr>
            <a:defRPr b="1"/>
          </a:pPr>
          <a:r>
            <a:rPr lang="en-US">
              <a:latin typeface="Helvetica Neue"/>
            </a:rPr>
            <a:t>Riverpod updates app state</a:t>
          </a:r>
          <a:endParaRPr lang="en-US">
            <a:latin typeface="Helvetica Neue"/>
          </a:endParaRPr>
        </a:p>
      </dgm:t>
    </dgm:pt>
    <dgm:pt modelId="{53E22208-F606-471B-AD24-84D1381151F8}" type="parTrans" cxnId="{CB5D9A26-7969-460E-8DFA-E9B0F6AA1A3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8D7060B-E6E9-4A15-A08F-2B1AA58CA3DA}" type="sibTrans" cxnId="{CB5D9A26-7969-460E-8DFA-E9B0F6AA1A3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773ACBF-04EE-466D-913D-A3E73273BDD5}" type="node">
      <dgm:prSet phldr="0" phldrT="[Text]"/>
      <dgm:spPr bwMode="auto"/>
      <dgm:t>
        <a:bodyPr/>
        <a:lstStyle/>
        <a:p>
          <a:pPr>
            <a:defRPr b="1"/>
          </a:pPr>
          <a:r>
            <a:rPr lang="en-US">
              <a:latin typeface="Helvetica Neue"/>
            </a:rPr>
            <a:t>Home + Stats update automatically</a:t>
          </a:r>
          <a:endParaRPr/>
        </a:p>
      </dgm:t>
    </dgm:pt>
    <dgm:pt modelId="{9949C864-2190-484A-BF42-4C64C6E6A751}" type="parTrans" cxnId="{76C9E766-D839-492D-B759-A0F782C0ACA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B845242-A423-48CA-B6B7-B54E6BB79050}" type="sibTrans" cxnId="{76C9E766-D839-492D-B759-A0F782C0ACA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8A539BF-5AEF-43C9-9FC8-D17B1AC6E799}" type="pres">
      <dgm:prSet presAssocID="{6A3870AE-E0DB-4A20-B1BA-9627AA1F72FA}" presName="root" presStyleCnt="0">
        <dgm:presLayoutVars>
          <dgm:dir val="norm"/>
          <dgm:animLvl val="lvl"/>
        </dgm:presLayoutVars>
      </dgm:prSet>
      <dgm:spPr bwMode="auto"/>
    </dgm:pt>
    <dgm:pt modelId="{2B1B7830-B722-4C35-8A58-4A6DD1E7FC66}" type="pres">
      <dgm:prSet presAssocID="{6A3870AE-E0DB-4A20-B1BA-9627AA1F72FA}" presName="divider" presStyleCnt="0"/>
      <dgm:spPr bwMode="auto"/>
    </dgm:pt>
    <dgm:pt modelId="{6177DEF8-39BC-4EE7-AA8C-9C814812C76C}" type="pres">
      <dgm:prSet presAssocID="{6A3870AE-E0DB-4A20-B1BA-9627AA1F72FA}" presName="rectBar" presStyleLbl="dkBgShp" presStyleIdx="0" presStyleCnt="7"/>
      <dgm:spPr bwMode="auto"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CC1C529-A145-4DDB-A96C-AF318DF7CD08}" type="pres">
      <dgm:prSet presAssocID="{6A3870AE-E0DB-4A20-B1BA-9627AA1F72FA}" presName="chevronArrow" presStyleLbl="dkBgShp" presStyleIdx="1" presStyleCnt="7"/>
      <dgm:spPr bwMode="auto"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BFD2B82-FF0A-41DD-A288-6E9A0C5C551F}" type="pres">
      <dgm:prSet presAssocID="{6A3870AE-E0DB-4A20-B1BA-9627AA1F72FA}" presName="nodes" presStyleCnt="0">
        <dgm:presLayoutVars>
          <dgm:chMax val="0"/>
          <dgm:chPref val="0"/>
          <dgm:animLvl val="lvl"/>
        </dgm:presLayoutVars>
      </dgm:prSet>
      <dgm:spPr bwMode="auto"/>
    </dgm:pt>
    <dgm:pt modelId="{7A2F97FE-18E5-4FE5-A40A-FC3E30C99B61}" type="pres">
      <dgm:prSet presAssocID="{ED43F054-8038-49D9-9866-85E1519AFAEC}" presName="composite" presStyleCnt="0"/>
      <dgm:spPr bwMode="auto"/>
    </dgm:pt>
    <dgm:pt modelId="{6A271AC9-4874-4274-A452-C3059F495FCF}" type="pres">
      <dgm:prSet presAssocID="{ED43F054-8038-49D9-9866-85E1519AFAEC}" presName="DropPinPlaceHolder" presStyleCnt="0"/>
      <dgm:spPr bwMode="auto"/>
    </dgm:pt>
    <dgm:pt modelId="{9FE16656-9C05-4AB4-9728-38E375E6D858}" type="pres">
      <dgm:prSet presAssocID="{ED43F054-8038-49D9-9866-85E1519AFAEC}" presName="DropPin" presStyleLbl="alignNode1" presStyleIdx="0" presStyleCnt="5"/>
      <dgm:spPr bwMode="auto"/>
    </dgm:pt>
    <dgm:pt modelId="{7966CE31-4156-4F79-8E65-255741546546}" type="pres">
      <dgm:prSet presAssocID="{ED43F054-8038-49D9-9866-85E1519AFAEC}" presName="Ellipse" presStyleLbl="fgAcc1" presStyleIdx="0" presStyleCnt="5"/>
      <dgm:spPr bwMode="auto"/>
    </dgm:pt>
    <dgm:pt modelId="{491F2955-F16D-4CA4-9328-8DE551311EBE}" type="pres">
      <dgm:prSet presAssocID="{ED43F054-8038-49D9-9866-85E1519AFAEC}" presName="L2TextContainer" presStyleLbl="revTx" presStyleIdx="0" presStyleCnt="10">
        <dgm:presLayoutVars>
          <dgm:bulletEnabled val="1"/>
        </dgm:presLayoutVars>
      </dgm:prSet>
      <dgm:spPr bwMode="auto"/>
    </dgm:pt>
    <dgm:pt modelId="{E92F0CE2-1B32-4DCB-B8AB-2CED518E5102}" type="pres">
      <dgm:prSet presAssocID="{ED43F054-8038-49D9-9866-85E1519AFAEC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 bwMode="auto"/>
    </dgm:pt>
    <dgm:pt modelId="{FC145DC5-1BD1-4FFA-8F02-A2EB52F81963}" type="pres">
      <dgm:prSet presAssocID="{ED43F054-8038-49D9-9866-85E1519AFAEC}" presName="ConnectLine" presStyleLbl="dkBgShp" presStyleIdx="2" presStyleCnt="7"/>
      <dgm:spPr bwMode="auto"/>
    </dgm:pt>
    <dgm:pt modelId="{1D752533-09CF-4243-881F-DB517A266BBB}" type="pres">
      <dgm:prSet presAssocID="{ED43F054-8038-49D9-9866-85E1519AFAEC}" presName="ConnectorPoint" presStyleCnt="0"/>
      <dgm:spPr bwMode="auto"/>
    </dgm:pt>
    <dgm:pt modelId="{84AE8FD8-4BBA-4386-83FC-8B7A0DE5CD7C}" type="pres">
      <dgm:prSet presAssocID="{ED43F054-8038-49D9-9866-85E1519AFAEC}" presName="Bullet" presStyleLbl="lnNode1" presStyleIdx="0" presStyleCnt="5"/>
      <dgm:spPr bwMode="auto"/>
    </dgm:pt>
    <dgm:pt modelId="{4F94379C-B6BC-4F13-AC3E-A2C9B11992F3}" type="pres">
      <dgm:prSet presAssocID="{ED43F054-8038-49D9-9866-85E1519AFAEC}" presName="EmptyPlaceHolder" presStyleCnt="0"/>
      <dgm:spPr bwMode="auto"/>
    </dgm:pt>
    <dgm:pt modelId="{F0AD56FE-167B-47A4-89BB-609B9A556652}" type="pres">
      <dgm:prSet presAssocID="{E6139D25-728D-4EFB-ACC2-466F4763A0E6}" presName="spaceBetweenRectangles" presStyleCnt="0"/>
      <dgm:spPr bwMode="auto"/>
    </dgm:pt>
    <dgm:pt modelId="{B9B13536-D885-4654-B986-9AAB7BB2E49F}" type="pres">
      <dgm:prSet presAssocID="{3F6CE4C2-F6FE-4B1F-A44B-AD1346E11554}" presName="composite" presStyleCnt="0"/>
      <dgm:spPr bwMode="auto"/>
    </dgm:pt>
    <dgm:pt modelId="{F44FE3D1-FEAF-43B0-9E63-D80635CA4E5F}" type="pres">
      <dgm:prSet presAssocID="{3F6CE4C2-F6FE-4B1F-A44B-AD1346E11554}" presName="DropPinPlaceHolder" presStyleCnt="0"/>
      <dgm:spPr bwMode="auto"/>
    </dgm:pt>
    <dgm:pt modelId="{DF433353-3487-4FE3-9AFB-A7306E2855A6}" type="pres">
      <dgm:prSet presAssocID="{3F6CE4C2-F6FE-4B1F-A44B-AD1346E11554}" presName="DropPin" presStyleLbl="alignNode1" presStyleIdx="1" presStyleCnt="5"/>
      <dgm:spPr bwMode="auto"/>
    </dgm:pt>
    <dgm:pt modelId="{32DF59AA-B111-4B2A-B353-2CE76C3F0BD9}" type="pres">
      <dgm:prSet presAssocID="{3F6CE4C2-F6FE-4B1F-A44B-AD1346E11554}" presName="Ellipse" presStyleLbl="fgAcc1" presStyleIdx="1" presStyleCnt="5"/>
      <dgm:spPr bwMode="auto"/>
    </dgm:pt>
    <dgm:pt modelId="{10FDDA7E-3C4D-45FD-90B7-3AA3DD2A9E64}" type="pres">
      <dgm:prSet presAssocID="{3F6CE4C2-F6FE-4B1F-A44B-AD1346E11554}" presName="L2TextContainer" presStyleLbl="revTx" presStyleIdx="2" presStyleCnt="10">
        <dgm:presLayoutVars>
          <dgm:bulletEnabled val="1"/>
        </dgm:presLayoutVars>
      </dgm:prSet>
      <dgm:spPr bwMode="auto"/>
    </dgm:pt>
    <dgm:pt modelId="{AAF51805-0CF3-4B43-B801-1B252D771C56}" type="pres">
      <dgm:prSet presAssocID="{3F6CE4C2-F6FE-4B1F-A44B-AD1346E11554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 bwMode="auto"/>
    </dgm:pt>
    <dgm:pt modelId="{7E22859E-6244-43B3-8DD4-0332056B3F6C}" type="pres">
      <dgm:prSet presAssocID="{3F6CE4C2-F6FE-4B1F-A44B-AD1346E11554}" presName="ConnectLine" presStyleLbl="dkBgShp" presStyleIdx="3" presStyleCnt="7"/>
      <dgm:spPr bwMode="auto"/>
    </dgm:pt>
    <dgm:pt modelId="{86922F5C-386C-4A01-9FCD-9CC890C7364C}" type="pres">
      <dgm:prSet presAssocID="{3F6CE4C2-F6FE-4B1F-A44B-AD1346E11554}" presName="ConnectorPoint" presStyleCnt="0"/>
      <dgm:spPr bwMode="auto"/>
    </dgm:pt>
    <dgm:pt modelId="{B97E7397-4105-4BBB-9250-AC684EF5B2A8}" type="pres">
      <dgm:prSet presAssocID="{3F6CE4C2-F6FE-4B1F-A44B-AD1346E11554}" presName="Bullet" presStyleLbl="lnNode1" presStyleIdx="1" presStyleCnt="5"/>
      <dgm:spPr bwMode="auto"/>
    </dgm:pt>
    <dgm:pt modelId="{85027D29-119B-4EA1-BC23-7C93D6E2A87C}" type="pres">
      <dgm:prSet presAssocID="{3F6CE4C2-F6FE-4B1F-A44B-AD1346E11554}" presName="EmptyPlaceHolder" presStyleCnt="0"/>
      <dgm:spPr bwMode="auto"/>
    </dgm:pt>
    <dgm:pt modelId="{A7D492E4-97C6-45A0-B06C-C2954DF566E9}" type="pres">
      <dgm:prSet presAssocID="{5F7CFE5F-8789-4CBF-A44A-8A288A44F95D}" presName="spaceBetweenRectangles" presStyleCnt="0"/>
      <dgm:spPr bwMode="auto"/>
    </dgm:pt>
    <dgm:pt modelId="{6BA31C3A-5FB3-4AC1-BE5D-4989680C59AA}" type="pres">
      <dgm:prSet presAssocID="{75D471FB-8F51-422A-9F9C-D680C3E3DEC4}" presName="composite" presStyleCnt="0"/>
      <dgm:spPr bwMode="auto"/>
    </dgm:pt>
    <dgm:pt modelId="{B40EAB9B-905F-4595-8289-4B53D07C8B72}" type="pres">
      <dgm:prSet presAssocID="{75D471FB-8F51-422A-9F9C-D680C3E3DEC4}" presName="DropPinPlaceHolder" presStyleCnt="0"/>
      <dgm:spPr bwMode="auto"/>
    </dgm:pt>
    <dgm:pt modelId="{CBAFE61B-ECC6-47DA-8DCB-66F3AD42B8BA}" type="pres">
      <dgm:prSet presAssocID="{75D471FB-8F51-422A-9F9C-D680C3E3DEC4}" presName="DropPin" presStyleLbl="alignNode1" presStyleIdx="2" presStyleCnt="5"/>
      <dgm:spPr bwMode="auto"/>
    </dgm:pt>
    <dgm:pt modelId="{1767AB3F-FAC0-4421-86C1-813A2E53004F}" type="pres">
      <dgm:prSet presAssocID="{75D471FB-8F51-422A-9F9C-D680C3E3DEC4}" presName="Ellipse" presStyleLbl="fgAcc1" presStyleIdx="2" presStyleCnt="5"/>
      <dgm:spPr bwMode="auto"/>
    </dgm:pt>
    <dgm:pt modelId="{3847B90A-EE70-4E0B-9417-652E8E902299}" type="pres">
      <dgm:prSet presAssocID="{75D471FB-8F51-422A-9F9C-D680C3E3DEC4}" presName="L2TextContainer" presStyleLbl="revTx" presStyleIdx="4" presStyleCnt="10">
        <dgm:presLayoutVars>
          <dgm:bulletEnabled val="1"/>
        </dgm:presLayoutVars>
      </dgm:prSet>
      <dgm:spPr bwMode="auto"/>
    </dgm:pt>
    <dgm:pt modelId="{F8DD46EB-0A12-45FB-AAE6-88A083376B0E}" type="pres">
      <dgm:prSet presAssocID="{75D471FB-8F51-422A-9F9C-D680C3E3DEC4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 bwMode="auto"/>
    </dgm:pt>
    <dgm:pt modelId="{97371C2E-91FF-4A07-AEDB-ADBD28019B73}" type="pres">
      <dgm:prSet presAssocID="{75D471FB-8F51-422A-9F9C-D680C3E3DEC4}" presName="ConnectLine" presStyleLbl="dkBgShp" presStyleIdx="4" presStyleCnt="7"/>
      <dgm:spPr bwMode="auto"/>
    </dgm:pt>
    <dgm:pt modelId="{38B02300-BED9-4C88-A794-AE08785C0F2F}" type="pres">
      <dgm:prSet presAssocID="{75D471FB-8F51-422A-9F9C-D680C3E3DEC4}" presName="ConnectorPoint" presStyleCnt="0"/>
      <dgm:spPr bwMode="auto"/>
    </dgm:pt>
    <dgm:pt modelId="{83281454-E570-42FD-B9C1-FF1D7292E865}" type="pres">
      <dgm:prSet presAssocID="{75D471FB-8F51-422A-9F9C-D680C3E3DEC4}" presName="Bullet" presStyleLbl="lnNode1" presStyleIdx="2" presStyleCnt="5"/>
      <dgm:spPr bwMode="auto"/>
    </dgm:pt>
    <dgm:pt modelId="{878E1E23-822A-4725-8DED-D418437387A0}" type="pres">
      <dgm:prSet presAssocID="{75D471FB-8F51-422A-9F9C-D680C3E3DEC4}" presName="EmptyPlaceHolder" presStyleCnt="0"/>
      <dgm:spPr bwMode="auto"/>
    </dgm:pt>
    <dgm:pt modelId="{C0D31160-4B6B-4A31-BDBE-B1612FE2FD94}" type="pres">
      <dgm:prSet presAssocID="{A9628205-AF8E-43D0-B747-06DBD0917364}" presName="spaceBetweenRectangles" presStyleCnt="0"/>
      <dgm:spPr bwMode="auto"/>
    </dgm:pt>
    <dgm:pt modelId="{BC64F4A1-F195-47F8-A285-B0CB0A49997C}" type="pres">
      <dgm:prSet presAssocID="{21B7F822-5F29-4EE8-9666-0249575D8BA8}" presName="composite" presStyleCnt="0"/>
      <dgm:spPr bwMode="auto"/>
    </dgm:pt>
    <dgm:pt modelId="{D0A09260-741B-45F4-A4B2-369FC35FB11C}" type="pres">
      <dgm:prSet presAssocID="{21B7F822-5F29-4EE8-9666-0249575D8BA8}" presName="DropPinPlaceHolder" presStyleCnt="0"/>
      <dgm:spPr bwMode="auto"/>
    </dgm:pt>
    <dgm:pt modelId="{BBA26603-8292-45D6-B17A-5721EA4B6F96}" type="pres">
      <dgm:prSet presAssocID="{21B7F822-5F29-4EE8-9666-0249575D8BA8}" presName="DropPin" presStyleLbl="alignNode1" presStyleIdx="3" presStyleCnt="5"/>
      <dgm:spPr bwMode="auto"/>
    </dgm:pt>
    <dgm:pt modelId="{2E295166-D47E-47D7-B9B1-A9F74038E35F}" type="pres">
      <dgm:prSet presAssocID="{21B7F822-5F29-4EE8-9666-0249575D8BA8}" presName="Ellipse" presStyleLbl="fgAcc1" presStyleIdx="3" presStyleCnt="5"/>
      <dgm:spPr bwMode="auto"/>
    </dgm:pt>
    <dgm:pt modelId="{0EA75EE7-D8F0-43D4-9C9E-75F56517AEFF}" type="pres">
      <dgm:prSet presAssocID="{21B7F822-5F29-4EE8-9666-0249575D8BA8}" presName="L2TextContainer" presStyleLbl="revTx" presStyleIdx="6" presStyleCnt="10">
        <dgm:presLayoutVars>
          <dgm:bulletEnabled val="1"/>
        </dgm:presLayoutVars>
      </dgm:prSet>
      <dgm:spPr bwMode="auto"/>
    </dgm:pt>
    <dgm:pt modelId="{7C5E721C-CEA2-4DE8-B105-E8DCE837D979}" type="pres">
      <dgm:prSet presAssocID="{21B7F822-5F29-4EE8-9666-0249575D8BA8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 bwMode="auto"/>
    </dgm:pt>
    <dgm:pt modelId="{A711C4A8-ABE3-40A9-9743-C822D0C0D08F}" type="pres">
      <dgm:prSet presAssocID="{21B7F822-5F29-4EE8-9666-0249575D8BA8}" presName="ConnectLine" presStyleLbl="dkBgShp" presStyleIdx="5" presStyleCnt="7"/>
      <dgm:spPr bwMode="auto"/>
    </dgm:pt>
    <dgm:pt modelId="{F5D52FF0-C505-4DE1-A3DF-300A949F1161}" type="pres">
      <dgm:prSet presAssocID="{21B7F822-5F29-4EE8-9666-0249575D8BA8}" presName="ConnectorPoint" presStyleCnt="0"/>
      <dgm:spPr bwMode="auto"/>
    </dgm:pt>
    <dgm:pt modelId="{80607C50-2CCD-4626-9229-D37FED836465}" type="pres">
      <dgm:prSet presAssocID="{21B7F822-5F29-4EE8-9666-0249575D8BA8}" presName="Bullet" presStyleLbl="lnNode1" presStyleIdx="3" presStyleCnt="5"/>
      <dgm:spPr bwMode="auto"/>
    </dgm:pt>
    <dgm:pt modelId="{75EEE680-3B36-412D-8470-E93ED60260C5}" type="pres">
      <dgm:prSet presAssocID="{21B7F822-5F29-4EE8-9666-0249575D8BA8}" presName="EmptyPlaceHolder" presStyleCnt="0"/>
      <dgm:spPr bwMode="auto"/>
    </dgm:pt>
    <dgm:pt modelId="{1C5B96FA-197C-4319-9FC0-97550B019A30}" type="pres">
      <dgm:prSet presAssocID="{18D7060B-E6E9-4A15-A08F-2B1AA58CA3DA}" presName="spaceBetweenRectangles" presStyleCnt="0"/>
      <dgm:spPr bwMode="auto"/>
    </dgm:pt>
    <dgm:pt modelId="{A3078ACA-7B0E-41E4-922A-BDA805322F52}" type="pres">
      <dgm:prSet presAssocID="{8773ACBF-04EE-466D-913D-A3E73273BDD5}" presName="composite" presStyleCnt="0"/>
      <dgm:spPr bwMode="auto"/>
    </dgm:pt>
    <dgm:pt modelId="{0A8EADFD-EE03-4D64-B80B-50CE2AAFDB66}" type="pres">
      <dgm:prSet presAssocID="{8773ACBF-04EE-466D-913D-A3E73273BDD5}" presName="DropPinPlaceHolder" presStyleCnt="0"/>
      <dgm:spPr bwMode="auto"/>
    </dgm:pt>
    <dgm:pt modelId="{ED63047F-8A48-444D-AD99-6F835EB76851}" type="pres">
      <dgm:prSet presAssocID="{8773ACBF-04EE-466D-913D-A3E73273BDD5}" presName="DropPin" presStyleLbl="alignNode1" presStyleIdx="4" presStyleCnt="5"/>
      <dgm:spPr bwMode="auto"/>
    </dgm:pt>
    <dgm:pt modelId="{38557A4E-1A2B-4524-ABFE-83EE61B42896}" type="pres">
      <dgm:prSet presAssocID="{8773ACBF-04EE-466D-913D-A3E73273BDD5}" presName="Ellipse" presStyleLbl="fgAcc1" presStyleIdx="4" presStyleCnt="5"/>
      <dgm:spPr bwMode="auto"/>
    </dgm:pt>
    <dgm:pt modelId="{235BC9DA-8919-4ADD-ACFE-1E13C708AD40}" type="pres">
      <dgm:prSet presAssocID="{8773ACBF-04EE-466D-913D-A3E73273BDD5}" presName="L2TextContainer" presStyleLbl="revTx" presStyleIdx="8" presStyleCnt="10">
        <dgm:presLayoutVars>
          <dgm:bulletEnabled val="1"/>
        </dgm:presLayoutVars>
      </dgm:prSet>
      <dgm:spPr bwMode="auto"/>
    </dgm:pt>
    <dgm:pt modelId="{6B30D23C-1682-48BA-BBD6-50C66F639CA5}" type="pres">
      <dgm:prSet presAssocID="{8773ACBF-04EE-466D-913D-A3E73273BDD5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 bwMode="auto"/>
    </dgm:pt>
    <dgm:pt modelId="{18224E88-1591-4952-9EED-322F72357860}" type="pres">
      <dgm:prSet presAssocID="{8773ACBF-04EE-466D-913D-A3E73273BDD5}" presName="ConnectLine" presStyleLbl="dkBgShp" presStyleIdx="6" presStyleCnt="7"/>
      <dgm:spPr bwMode="auto"/>
    </dgm:pt>
    <dgm:pt modelId="{29E80E2B-3020-41CC-8FFC-AB8E5CC72D9E}" type="pres">
      <dgm:prSet presAssocID="{8773ACBF-04EE-466D-913D-A3E73273BDD5}" presName="ConnectorPoint" presStyleCnt="0"/>
      <dgm:spPr bwMode="auto"/>
    </dgm:pt>
    <dgm:pt modelId="{8FCFAAFC-52F1-4631-92A6-6BBAB05B45BE}" type="pres">
      <dgm:prSet presAssocID="{8773ACBF-04EE-466D-913D-A3E73273BDD5}" presName="Bullet" presStyleLbl="lnNode1" presStyleIdx="4" presStyleCnt="5"/>
      <dgm:spPr bwMode="auto"/>
    </dgm:pt>
    <dgm:pt modelId="{74D4246C-4C6E-410A-B188-04A6DFABAD61}" type="pres">
      <dgm:prSet presAssocID="{8773ACBF-04EE-466D-913D-A3E73273BDD5}" presName="EmptyPlaceHolder" presStyleCnt="0"/>
      <dgm:spPr bwMode="auto"/>
    </dgm:pt>
  </dgm:ptLst>
  <dgm:cxnLst>
    <dgm:cxn modelId="{FD65E61F-868E-4F40-A337-A0AA44624D44}" type="presOf" srcId="{75D471FB-8F51-422A-9F9C-D680C3E3DEC4}" destId="{F8DD46EB-0A12-45FB-AAE6-88A083376B0E}" srcOrd="0" destOrd="0" presId="urn:microsoft.com/office/officeart/2024/layout/BulletTimeline"/>
    <dgm:cxn modelId="{CB5D9A26-7969-460E-8DFA-E9B0F6AA1A3F}" type="parOf" srcId="{6A3870AE-E0DB-4A20-B1BA-9627AA1F72FA}" destId="{21B7F822-5F29-4EE8-9666-0249575D8BA8}" srcOrd="3" destOrd="0" parTransId="{53E22208-F606-471B-AD24-84D1381151F8}" sibTransId="{18D7060B-E6E9-4A15-A08F-2B1AA58CA3DA}"/>
    <dgm:cxn modelId="{154CF55F-B2EB-436E-A438-701EF1D11D84}" type="presOf" srcId="{8773ACBF-04EE-466D-913D-A3E73273BDD5}" destId="{6B30D23C-1682-48BA-BBD6-50C66F639CA5}" srcOrd="0" destOrd="0" presId="urn:microsoft.com/office/officeart/2024/layout/BulletTimeline"/>
    <dgm:cxn modelId="{76C9E766-D839-492D-B759-A0F782C0ACAB}" type="parOf" srcId="{6A3870AE-E0DB-4A20-B1BA-9627AA1F72FA}" destId="{8773ACBF-04EE-466D-913D-A3E73273BDD5}" srcOrd="4" destOrd="0" parTransId="{9949C864-2190-484A-BF42-4C64C6E6A751}" sibTransId="{4B845242-A423-48CA-B6B7-B54E6BB79050}"/>
    <dgm:cxn modelId="{B3BA3383-F401-4E9E-A984-4A1F5CFF550B}" type="presOf" srcId="{3F6CE4C2-F6FE-4B1F-A44B-AD1346E11554}" destId="{AAF51805-0CF3-4B43-B801-1B252D771C56}" srcOrd="0" destOrd="0" presId="urn:microsoft.com/office/officeart/2024/layout/BulletTimeline"/>
    <dgm:cxn modelId="{D85B3E86-ADFC-447C-96D6-A42D71B4796C}" type="parOf" srcId="{6A3870AE-E0DB-4A20-B1BA-9627AA1F72FA}" destId="{75D471FB-8F51-422A-9F9C-D680C3E3DEC4}" srcOrd="2" destOrd="0" parTransId="{D9EBDDAD-1105-4FD7-BE1F-CB59CDECBFE2}" sibTransId="{A9628205-AF8E-43D0-B747-06DBD0917364}"/>
    <dgm:cxn modelId="{92DD2BA0-F6C8-4E1F-AD27-8A631603F00E}" type="parOf" srcId="{6A3870AE-E0DB-4A20-B1BA-9627AA1F72FA}" destId="{3F6CE4C2-F6FE-4B1F-A44B-AD1346E11554}" srcOrd="1" destOrd="0" parTransId="{C3D6040E-F115-42EA-A736-43DFD3AAA0B4}" sibTransId="{5F7CFE5F-8789-4CBF-A44A-8A288A44F95D}"/>
    <dgm:cxn modelId="{803553BF-29D6-4CF0-9DDF-6EB31C191967}" type="presOf" srcId="{ED43F054-8038-49D9-9866-85E1519AFAEC}" destId="{E92F0CE2-1B32-4DCB-B8AB-2CED518E5102}" srcOrd="0" destOrd="0" presId="urn:microsoft.com/office/officeart/2024/layout/BulletTimeline"/>
    <dgm:cxn modelId="{91653EC1-35D7-44EB-9D11-C0CCFB225FE9}" type="parOf" srcId="{6A3870AE-E0DB-4A20-B1BA-9627AA1F72FA}" destId="{ED43F054-8038-49D9-9866-85E1519AFAEC}" srcOrd="0" destOrd="0" parTransId="{188BF56A-AC4C-460D-8138-41F83F390C90}" sibTransId="{E6139D25-728D-4EFB-ACC2-466F4763A0E6}"/>
    <dgm:cxn modelId="{8098B0C4-7612-45C2-9B07-2DF8471A94B9}" type="presOf" srcId="{6A3870AE-E0DB-4A20-B1BA-9627AA1F72FA}" destId="{E8A539BF-5AEF-43C9-9FC8-D17B1AC6E799}" srcOrd="0" destOrd="0" presId="urn:microsoft.com/office/officeart/2024/layout/BulletTimeline"/>
    <dgm:cxn modelId="{01B54BCA-69A0-448F-A3C6-4322DACE0E69}" type="presOf" srcId="{21B7F822-5F29-4EE8-9666-0249575D8BA8}" destId="{7C5E721C-CEA2-4DE8-B105-E8DCE837D979}" srcOrd="0" destOrd="0" presId="urn:microsoft.com/office/officeart/2024/layout/BulletTimeline"/>
    <dgm:cxn modelId="{AB9CB8EB-C47A-4FCF-897B-9323D32C204C}" type="presParOf" srcId="{E8A539BF-5AEF-43C9-9FC8-D17B1AC6E799}" destId="{2B1B7830-B722-4C35-8A58-4A6DD1E7FC66}" srcOrd="0" destOrd="0" presId="urn:microsoft.com/office/officeart/2024/layout/BulletTimeline"/>
    <dgm:cxn modelId="{4B32A661-6617-4AB2-AE4C-57C8595E7BB4}" type="presParOf" srcId="{2B1B7830-B722-4C35-8A58-4A6DD1E7FC66}" destId="{6177DEF8-39BC-4EE7-AA8C-9C814812C76C}" srcOrd="0" destOrd="0" presId="urn:microsoft.com/office/officeart/2024/layout/BulletTimeline"/>
    <dgm:cxn modelId="{BCC0172B-4BAC-43FF-A713-8393B27DBAF0}" type="presParOf" srcId="{2B1B7830-B722-4C35-8A58-4A6DD1E7FC66}" destId="{ECC1C529-A145-4DDB-A96C-AF318DF7CD08}" srcOrd="1" destOrd="0" presId="urn:microsoft.com/office/officeart/2024/layout/BulletTimeline"/>
    <dgm:cxn modelId="{C7012422-7BB9-4E47-8CC5-8400A10B77F1}" type="presParOf" srcId="{E8A539BF-5AEF-43C9-9FC8-D17B1AC6E799}" destId="{DBFD2B82-FF0A-41DD-A288-6E9A0C5C551F}" srcOrd="1" destOrd="0" presId="urn:microsoft.com/office/officeart/2024/layout/BulletTimeline"/>
    <dgm:cxn modelId="{E0245A56-98DB-44E9-B9E9-E7BBF654BB6D}" type="presParOf" srcId="{DBFD2B82-FF0A-41DD-A288-6E9A0C5C551F}" destId="{7A2F97FE-18E5-4FE5-A40A-FC3E30C99B61}" srcOrd="0" destOrd="0" presId="urn:microsoft.com/office/officeart/2024/layout/BulletTimeline"/>
    <dgm:cxn modelId="{49548E57-3E45-4F51-B690-822F86248E64}" type="presParOf" srcId="{7A2F97FE-18E5-4FE5-A40A-FC3E30C99B61}" destId="{6A271AC9-4874-4274-A452-C3059F495FCF}" srcOrd="0" destOrd="0" presId="urn:microsoft.com/office/officeart/2024/layout/BulletTimeline"/>
    <dgm:cxn modelId="{20A3F4EF-5E35-4F92-A058-4EFB9BB7F6FE}" type="presParOf" srcId="{6A271AC9-4874-4274-A452-C3059F495FCF}" destId="{9FE16656-9C05-4AB4-9728-38E375E6D858}" srcOrd="0" destOrd="0" presId="urn:microsoft.com/office/officeart/2024/layout/BulletTimeline"/>
    <dgm:cxn modelId="{4D5200F4-9792-401A-A5E2-33323683204C}" type="presParOf" srcId="{6A271AC9-4874-4274-A452-C3059F495FCF}" destId="{7966CE31-4156-4F79-8E65-255741546546}" srcOrd="1" destOrd="0" presId="urn:microsoft.com/office/officeart/2024/layout/BulletTimeline"/>
    <dgm:cxn modelId="{8DBEAA6A-7E03-4D9B-A32F-E90D9849C01B}" type="presParOf" srcId="{7A2F97FE-18E5-4FE5-A40A-FC3E30C99B61}" destId="{491F2955-F16D-4CA4-9328-8DE551311EBE}" srcOrd="1" destOrd="0" presId="urn:microsoft.com/office/officeart/2024/layout/BulletTimeline"/>
    <dgm:cxn modelId="{2528101B-27CE-4496-9646-E90BD880BE19}" type="presParOf" srcId="{7A2F97FE-18E5-4FE5-A40A-FC3E30C99B61}" destId="{E92F0CE2-1B32-4DCB-B8AB-2CED518E5102}" srcOrd="2" destOrd="0" presId="urn:microsoft.com/office/officeart/2024/layout/BulletTimeline"/>
    <dgm:cxn modelId="{A9215A65-5D83-47AD-B7D7-E2890838D7AD}" type="presParOf" srcId="{7A2F97FE-18E5-4FE5-A40A-FC3E30C99B61}" destId="{FC145DC5-1BD1-4FFA-8F02-A2EB52F81963}" srcOrd="3" destOrd="0" presId="urn:microsoft.com/office/officeart/2024/layout/BulletTimeline"/>
    <dgm:cxn modelId="{389131A4-60C1-4CD7-8DCF-E1A91D1F38D2}" type="presParOf" srcId="{7A2F97FE-18E5-4FE5-A40A-FC3E30C99B61}" destId="{1D752533-09CF-4243-881F-DB517A266BBB}" srcOrd="4" destOrd="0" presId="urn:microsoft.com/office/officeart/2024/layout/BulletTimeline"/>
    <dgm:cxn modelId="{B4F292D0-12B7-4E56-910C-5DEDD0DC551E}" type="presParOf" srcId="{1D752533-09CF-4243-881F-DB517A266BBB}" destId="{84AE8FD8-4BBA-4386-83FC-8B7A0DE5CD7C}" srcOrd="0" destOrd="0" presId="urn:microsoft.com/office/officeart/2024/layout/BulletTimeline"/>
    <dgm:cxn modelId="{FDC665CA-7B51-45B5-AEDE-67DC29016A94}" type="presParOf" srcId="{7A2F97FE-18E5-4FE5-A40A-FC3E30C99B61}" destId="{4F94379C-B6BC-4F13-AC3E-A2C9B11992F3}" srcOrd="5" destOrd="0" presId="urn:microsoft.com/office/officeart/2024/layout/BulletTimeline"/>
    <dgm:cxn modelId="{C226A41D-AB77-456E-B6B8-8CF6FB88E65D}" type="presParOf" srcId="{DBFD2B82-FF0A-41DD-A288-6E9A0C5C551F}" destId="{F0AD56FE-167B-47A4-89BB-609B9A556652}" srcOrd="1" destOrd="0" presId="urn:microsoft.com/office/officeart/2024/layout/BulletTimeline"/>
    <dgm:cxn modelId="{521EFC9F-83FE-422C-811A-B2BED798E5BE}" type="presParOf" srcId="{DBFD2B82-FF0A-41DD-A288-6E9A0C5C551F}" destId="{B9B13536-D885-4654-B986-9AAB7BB2E49F}" srcOrd="2" destOrd="0" presId="urn:microsoft.com/office/officeart/2024/layout/BulletTimeline"/>
    <dgm:cxn modelId="{0CFBE54A-9CC7-413E-B415-66B62203C0C6}" type="presParOf" srcId="{B9B13536-D885-4654-B986-9AAB7BB2E49F}" destId="{F44FE3D1-FEAF-43B0-9E63-D80635CA4E5F}" srcOrd="0" destOrd="0" presId="urn:microsoft.com/office/officeart/2024/layout/BulletTimeline"/>
    <dgm:cxn modelId="{D9B6F910-E758-49B0-8629-6B7BC9A98145}" type="presParOf" srcId="{F44FE3D1-FEAF-43B0-9E63-D80635CA4E5F}" destId="{DF433353-3487-4FE3-9AFB-A7306E2855A6}" srcOrd="0" destOrd="0" presId="urn:microsoft.com/office/officeart/2024/layout/BulletTimeline"/>
    <dgm:cxn modelId="{A66A108C-7141-48E7-AE1D-79828B0F2A50}" type="presParOf" srcId="{F44FE3D1-FEAF-43B0-9E63-D80635CA4E5F}" destId="{32DF59AA-B111-4B2A-B353-2CE76C3F0BD9}" srcOrd="1" destOrd="0" presId="urn:microsoft.com/office/officeart/2024/layout/BulletTimeline"/>
    <dgm:cxn modelId="{18BAD86E-BDF8-4D7F-B5DF-F5BCE089916D}" type="presParOf" srcId="{B9B13536-D885-4654-B986-9AAB7BB2E49F}" destId="{10FDDA7E-3C4D-45FD-90B7-3AA3DD2A9E64}" srcOrd="1" destOrd="0" presId="urn:microsoft.com/office/officeart/2024/layout/BulletTimeline"/>
    <dgm:cxn modelId="{F5BB4499-C481-4101-92ED-7C15214BC55D}" type="presParOf" srcId="{B9B13536-D885-4654-B986-9AAB7BB2E49F}" destId="{AAF51805-0CF3-4B43-B801-1B252D771C56}" srcOrd="2" destOrd="0" presId="urn:microsoft.com/office/officeart/2024/layout/BulletTimeline"/>
    <dgm:cxn modelId="{F8D95C16-6F38-432C-9AB8-7DBBC776B088}" type="presParOf" srcId="{B9B13536-D885-4654-B986-9AAB7BB2E49F}" destId="{7E22859E-6244-43B3-8DD4-0332056B3F6C}" srcOrd="3" destOrd="0" presId="urn:microsoft.com/office/officeart/2024/layout/BulletTimeline"/>
    <dgm:cxn modelId="{221D27A5-D003-490C-AE24-3117C9A6DCE2}" type="presParOf" srcId="{B9B13536-D885-4654-B986-9AAB7BB2E49F}" destId="{86922F5C-386C-4A01-9FCD-9CC890C7364C}" srcOrd="4" destOrd="0" presId="urn:microsoft.com/office/officeart/2024/layout/BulletTimeline"/>
    <dgm:cxn modelId="{1231B055-28F8-4292-8421-B58D3094A4B5}" type="presParOf" srcId="{86922F5C-386C-4A01-9FCD-9CC890C7364C}" destId="{B97E7397-4105-4BBB-9250-AC684EF5B2A8}" srcOrd="0" destOrd="0" presId="urn:microsoft.com/office/officeart/2024/layout/BulletTimeline"/>
    <dgm:cxn modelId="{C606FAFD-56F4-4DEB-B0D7-14EED63A0FCC}" type="presParOf" srcId="{B9B13536-D885-4654-B986-9AAB7BB2E49F}" destId="{85027D29-119B-4EA1-BC23-7C93D6E2A87C}" srcOrd="5" destOrd="0" presId="urn:microsoft.com/office/officeart/2024/layout/BulletTimeline"/>
    <dgm:cxn modelId="{1E760116-5B75-4E6B-B1B5-7E3A5CCCB7C0}" type="presParOf" srcId="{DBFD2B82-FF0A-41DD-A288-6E9A0C5C551F}" destId="{A7D492E4-97C6-45A0-B06C-C2954DF566E9}" srcOrd="3" destOrd="0" presId="urn:microsoft.com/office/officeart/2024/layout/BulletTimeline"/>
    <dgm:cxn modelId="{EB993550-8792-4B4C-99A3-ED10250ED624}" type="presParOf" srcId="{DBFD2B82-FF0A-41DD-A288-6E9A0C5C551F}" destId="{6BA31C3A-5FB3-4AC1-BE5D-4989680C59AA}" srcOrd="4" destOrd="0" presId="urn:microsoft.com/office/officeart/2024/layout/BulletTimeline"/>
    <dgm:cxn modelId="{2100F4D1-7BB7-4CC1-BCB8-8AE46281D8B6}" type="presParOf" srcId="{6BA31C3A-5FB3-4AC1-BE5D-4989680C59AA}" destId="{B40EAB9B-905F-4595-8289-4B53D07C8B72}" srcOrd="0" destOrd="0" presId="urn:microsoft.com/office/officeart/2024/layout/BulletTimeline"/>
    <dgm:cxn modelId="{788D2184-BADC-4C62-807D-ECB2F26D301D}" type="presParOf" srcId="{B40EAB9B-905F-4595-8289-4B53D07C8B72}" destId="{CBAFE61B-ECC6-47DA-8DCB-66F3AD42B8BA}" srcOrd="0" destOrd="0" presId="urn:microsoft.com/office/officeart/2024/layout/BulletTimeline"/>
    <dgm:cxn modelId="{C3DCDF9B-8D67-45A4-AED4-E6B2D23A1965}" type="presParOf" srcId="{B40EAB9B-905F-4595-8289-4B53D07C8B72}" destId="{1767AB3F-FAC0-4421-86C1-813A2E53004F}" srcOrd="1" destOrd="0" presId="urn:microsoft.com/office/officeart/2024/layout/BulletTimeline"/>
    <dgm:cxn modelId="{C5CED719-32AB-450C-B2B4-388862E43889}" type="presParOf" srcId="{6BA31C3A-5FB3-4AC1-BE5D-4989680C59AA}" destId="{3847B90A-EE70-4E0B-9417-652E8E902299}" srcOrd="1" destOrd="0" presId="urn:microsoft.com/office/officeart/2024/layout/BulletTimeline"/>
    <dgm:cxn modelId="{AC34AB53-35B1-42E2-BF25-56E251A5B949}" type="presParOf" srcId="{6BA31C3A-5FB3-4AC1-BE5D-4989680C59AA}" destId="{F8DD46EB-0A12-45FB-AAE6-88A083376B0E}" srcOrd="2" destOrd="0" presId="urn:microsoft.com/office/officeart/2024/layout/BulletTimeline"/>
    <dgm:cxn modelId="{401AA659-52EF-41AF-BBBB-990F87A07E94}" type="presParOf" srcId="{6BA31C3A-5FB3-4AC1-BE5D-4989680C59AA}" destId="{97371C2E-91FF-4A07-AEDB-ADBD28019B73}" srcOrd="3" destOrd="0" presId="urn:microsoft.com/office/officeart/2024/layout/BulletTimeline"/>
    <dgm:cxn modelId="{8A29B542-48FA-4238-887C-B14BC15BF2AB}" type="presParOf" srcId="{6BA31C3A-5FB3-4AC1-BE5D-4989680C59AA}" destId="{38B02300-BED9-4C88-A794-AE08785C0F2F}" srcOrd="4" destOrd="0" presId="urn:microsoft.com/office/officeart/2024/layout/BulletTimeline"/>
    <dgm:cxn modelId="{BF8E06EA-1E18-4625-A861-161982A19BBA}" type="presParOf" srcId="{38B02300-BED9-4C88-A794-AE08785C0F2F}" destId="{83281454-E570-42FD-B9C1-FF1D7292E865}" srcOrd="0" destOrd="0" presId="urn:microsoft.com/office/officeart/2024/layout/BulletTimeline"/>
    <dgm:cxn modelId="{CDC5E2B4-3A56-4AA8-A35F-6D1D66C1D1DB}" type="presParOf" srcId="{6BA31C3A-5FB3-4AC1-BE5D-4989680C59AA}" destId="{878E1E23-822A-4725-8DED-D418437387A0}" srcOrd="5" destOrd="0" presId="urn:microsoft.com/office/officeart/2024/layout/BulletTimeline"/>
    <dgm:cxn modelId="{60169954-C5A8-4DDA-A847-E691B552476A}" type="presParOf" srcId="{DBFD2B82-FF0A-41DD-A288-6E9A0C5C551F}" destId="{C0D31160-4B6B-4A31-BDBE-B1612FE2FD94}" srcOrd="5" destOrd="0" presId="urn:microsoft.com/office/officeart/2024/layout/BulletTimeline"/>
    <dgm:cxn modelId="{F896E410-FA88-4578-A379-185B736B2E18}" type="presParOf" srcId="{DBFD2B82-FF0A-41DD-A288-6E9A0C5C551F}" destId="{BC64F4A1-F195-47F8-A285-B0CB0A49997C}" srcOrd="6" destOrd="0" presId="urn:microsoft.com/office/officeart/2024/layout/BulletTimeline"/>
    <dgm:cxn modelId="{8909D505-F04C-4E50-AA46-18FC455B2FD9}" type="presParOf" srcId="{BC64F4A1-F195-47F8-A285-B0CB0A49997C}" destId="{D0A09260-741B-45F4-A4B2-369FC35FB11C}" srcOrd="0" destOrd="0" presId="urn:microsoft.com/office/officeart/2024/layout/BulletTimeline"/>
    <dgm:cxn modelId="{BCAD61ED-21AD-4DF9-B588-403B7A785B13}" type="presParOf" srcId="{D0A09260-741B-45F4-A4B2-369FC35FB11C}" destId="{BBA26603-8292-45D6-B17A-5721EA4B6F96}" srcOrd="0" destOrd="0" presId="urn:microsoft.com/office/officeart/2024/layout/BulletTimeline"/>
    <dgm:cxn modelId="{24AD60FD-EBC3-4863-9BDA-FBEA22190B29}" type="presParOf" srcId="{D0A09260-741B-45F4-A4B2-369FC35FB11C}" destId="{2E295166-D47E-47D7-B9B1-A9F74038E35F}" srcOrd="1" destOrd="0" presId="urn:microsoft.com/office/officeart/2024/layout/BulletTimeline"/>
    <dgm:cxn modelId="{BE770DCC-2CF6-4103-B072-4C1F9BCB2EC9}" type="presParOf" srcId="{BC64F4A1-F195-47F8-A285-B0CB0A49997C}" destId="{0EA75EE7-D8F0-43D4-9C9E-75F56517AEFF}" srcOrd="1" destOrd="0" presId="urn:microsoft.com/office/officeart/2024/layout/BulletTimeline"/>
    <dgm:cxn modelId="{6CC848B0-DB52-4401-A041-E6159CF5BD29}" type="presParOf" srcId="{BC64F4A1-F195-47F8-A285-B0CB0A49997C}" destId="{7C5E721C-CEA2-4DE8-B105-E8DCE837D979}" srcOrd="2" destOrd="0" presId="urn:microsoft.com/office/officeart/2024/layout/BulletTimeline"/>
    <dgm:cxn modelId="{1C69E808-CD5D-469D-AC23-4FB492ED2B92}" type="presParOf" srcId="{BC64F4A1-F195-47F8-A285-B0CB0A49997C}" destId="{A711C4A8-ABE3-40A9-9743-C822D0C0D08F}" srcOrd="3" destOrd="0" presId="urn:microsoft.com/office/officeart/2024/layout/BulletTimeline"/>
    <dgm:cxn modelId="{BD1D1C20-7AAB-4375-B290-8FDB7D272F06}" type="presParOf" srcId="{BC64F4A1-F195-47F8-A285-B0CB0A49997C}" destId="{F5D52FF0-C505-4DE1-A3DF-300A949F1161}" srcOrd="4" destOrd="0" presId="urn:microsoft.com/office/officeart/2024/layout/BulletTimeline"/>
    <dgm:cxn modelId="{0F86900D-722D-4F46-A599-FCC8DFD79376}" type="presParOf" srcId="{F5D52FF0-C505-4DE1-A3DF-300A949F1161}" destId="{80607C50-2CCD-4626-9229-D37FED836465}" srcOrd="0" destOrd="0" presId="urn:microsoft.com/office/officeart/2024/layout/BulletTimeline"/>
    <dgm:cxn modelId="{B60DA784-B2A6-4C0F-B3E2-19684D8BBD85}" type="presParOf" srcId="{BC64F4A1-F195-47F8-A285-B0CB0A49997C}" destId="{75EEE680-3B36-412D-8470-E93ED60260C5}" srcOrd="5" destOrd="0" presId="urn:microsoft.com/office/officeart/2024/layout/BulletTimeline"/>
    <dgm:cxn modelId="{26F97A02-781A-4337-BDE4-F261CC7848EF}" type="presParOf" srcId="{DBFD2B82-FF0A-41DD-A288-6E9A0C5C551F}" destId="{1C5B96FA-197C-4319-9FC0-97550B019A30}" srcOrd="7" destOrd="0" presId="urn:microsoft.com/office/officeart/2024/layout/BulletTimeline"/>
    <dgm:cxn modelId="{D047DC9B-8BF7-489B-9AC7-6FE7D9FF1EE9}" type="presParOf" srcId="{DBFD2B82-FF0A-41DD-A288-6E9A0C5C551F}" destId="{A3078ACA-7B0E-41E4-922A-BDA805322F52}" srcOrd="8" destOrd="0" presId="urn:microsoft.com/office/officeart/2024/layout/BulletTimeline"/>
    <dgm:cxn modelId="{CAE8F6D8-69B6-492C-AA4D-39F3F8041259}" type="presParOf" srcId="{A3078ACA-7B0E-41E4-922A-BDA805322F52}" destId="{0A8EADFD-EE03-4D64-B80B-50CE2AAFDB66}" srcOrd="0" destOrd="0" presId="urn:microsoft.com/office/officeart/2024/layout/BulletTimeline"/>
    <dgm:cxn modelId="{395B32AC-1580-463C-8520-C2E2ACC47053}" type="presParOf" srcId="{0A8EADFD-EE03-4D64-B80B-50CE2AAFDB66}" destId="{ED63047F-8A48-444D-AD99-6F835EB76851}" srcOrd="0" destOrd="0" presId="urn:microsoft.com/office/officeart/2024/layout/BulletTimeline"/>
    <dgm:cxn modelId="{0D65B248-38E0-48D8-9EAB-2C38163B4D64}" type="presParOf" srcId="{0A8EADFD-EE03-4D64-B80B-50CE2AAFDB66}" destId="{38557A4E-1A2B-4524-ABFE-83EE61B42896}" srcOrd="1" destOrd="0" presId="urn:microsoft.com/office/officeart/2024/layout/BulletTimeline"/>
    <dgm:cxn modelId="{F66E8690-939C-4C09-BFDE-F038413DC7D9}" type="presParOf" srcId="{A3078ACA-7B0E-41E4-922A-BDA805322F52}" destId="{235BC9DA-8919-4ADD-ACFE-1E13C708AD40}" srcOrd="1" destOrd="0" presId="urn:microsoft.com/office/officeart/2024/layout/BulletTimeline"/>
    <dgm:cxn modelId="{11E5D7AF-ADE7-466F-B00D-0FF445187070}" type="presParOf" srcId="{A3078ACA-7B0E-41E4-922A-BDA805322F52}" destId="{6B30D23C-1682-48BA-BBD6-50C66F639CA5}" srcOrd="2" destOrd="0" presId="urn:microsoft.com/office/officeart/2024/layout/BulletTimeline"/>
    <dgm:cxn modelId="{6389D858-C17E-432A-82F8-2ACF4A39F1BF}" type="presParOf" srcId="{A3078ACA-7B0E-41E4-922A-BDA805322F52}" destId="{18224E88-1591-4952-9EED-322F72357860}" srcOrd="3" destOrd="0" presId="urn:microsoft.com/office/officeart/2024/layout/BulletTimeline"/>
    <dgm:cxn modelId="{ECE67396-BDD2-4700-8844-36D6F95B1970}" type="presParOf" srcId="{A3078ACA-7B0E-41E4-922A-BDA805322F52}" destId="{29E80E2B-3020-41CC-8FFC-AB8E5CC72D9E}" srcOrd="4" destOrd="0" presId="urn:microsoft.com/office/officeart/2024/layout/BulletTimeline"/>
    <dgm:cxn modelId="{3F72C2AC-AA6D-4058-A155-03F1B51BF675}" type="presParOf" srcId="{29E80E2B-3020-41CC-8FFC-AB8E5CC72D9E}" destId="{8FCFAAFC-52F1-4631-92A6-6BBAB05B45BE}" srcOrd="0" destOrd="0" presId="urn:microsoft.com/office/officeart/2024/layout/BulletTimeline"/>
    <dgm:cxn modelId="{BBE17CC3-5085-4841-948A-3E183789F6AE}" type="presParOf" srcId="{A3078ACA-7B0E-41E4-922A-BDA805322F52}" destId="{74D4246C-4C6E-410A-B188-04A6DFABAD61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399084459" name=""/>
      <dsp:cNvGrpSpPr/>
    </dsp:nvGrpSpPr>
    <dsp:grpSpPr bwMode="auto">
      <a:xfrm rot="0">
        <a:off x="0" y="0"/>
        <a:ext cx="10626185" cy="4289970"/>
        <a:chOff x="0" y="0"/>
        <a:chExt cx="10626185" cy="4289970"/>
      </a:xfrm>
    </dsp:grpSpPr>
    <dsp:sp modelId="{5D8B5A13-1A25-4F88-9EE7-D12209825C78}">
      <dsp:nvSpPr>
        <dsp:cNvPr id="0" name=""/>
        <dsp:cNvSpPr/>
      </dsp:nvSpPr>
      <dsp:spPr bwMode="auto">
        <a:xfrm rot="0" flipH="0" flipV="0">
          <a:off x="3168107" y="0"/>
          <a:ext cx="4289970" cy="4289970"/>
        </a:xfrm>
        <a:prstGeom prst="ellipse">
          <a:avLst/>
        </a:prstGeom>
        <a:ln/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Screens &amp; Widgets</a:t>
          </a:r>
          <a:endParaRPr/>
        </a:p>
      </dsp:txBody>
      <dsp:txXfrm rot="0">
        <a:off x="4713354" y="214498"/>
        <a:ext cx="1199475" cy="643495"/>
      </dsp:txXfrm>
    </dsp:sp>
    <dsp:sp modelId="{CC1EBE22-4D76-4148-8A7B-132922B57AC2}">
      <dsp:nvSpPr>
        <dsp:cNvPr id="0" name=""/>
        <dsp:cNvSpPr/>
      </dsp:nvSpPr>
      <dsp:spPr bwMode="auto">
        <a:xfrm rot="0" flipH="0" flipV="0">
          <a:off x="3597104" y="857993"/>
          <a:ext cx="3431976" cy="3431976"/>
        </a:xfrm>
        <a:prstGeom prst="ellipse">
          <a:avLst/>
        </a:prstGeom>
        <a:ln/>
      </dsp:spPr>
      <dsp:style>
        <a:lnRef idx="2">
          <a:schemeClr val="lt1"/>
        </a:lnRef>
        <a:fillRef idx="1">
          <a:schemeClr val="accent2">
            <a:hueOff val="1560532"/>
            <a:satOff val="-1945"/>
            <a:lumOff val="457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Riverpod</a:t>
          </a:r>
          <a:r>
            <a:rPr lang="en-US"/>
            <a:t> providers</a:t>
          </a:r>
          <a:endParaRPr/>
        </a:p>
      </dsp:txBody>
      <dsp:txXfrm rot="0">
        <a:off x="4713354" y="1063912"/>
        <a:ext cx="1199475" cy="617755"/>
      </dsp:txXfrm>
    </dsp:sp>
    <dsp:sp modelId="{0525D0D8-8E4D-4256-8BFF-85524A898CA2}">
      <dsp:nvSpPr>
        <dsp:cNvPr id="0" name=""/>
        <dsp:cNvSpPr/>
      </dsp:nvSpPr>
      <dsp:spPr bwMode="auto">
        <a:xfrm rot="0" flipH="0" flipV="0">
          <a:off x="4026101" y="1715988"/>
          <a:ext cx="2573982" cy="2573982"/>
        </a:xfrm>
        <a:prstGeom prst="ellipse">
          <a:avLst/>
        </a:prstGeom>
        <a:ln/>
      </dsp:spPr>
      <dsp:style>
        <a:lnRef idx="2">
          <a:schemeClr val="lt1"/>
        </a:lnRef>
        <a:fillRef idx="1">
          <a:schemeClr val="accent2">
            <a:hueOff val="3121064"/>
            <a:satOff val="-3891"/>
            <a:lumOff val="915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Repositories &amp; services</a:t>
          </a:r>
          <a:endParaRPr/>
        </a:p>
      </dsp:txBody>
      <dsp:txXfrm rot="0">
        <a:off x="4713354" y="1909036"/>
        <a:ext cx="1199475" cy="579145"/>
      </dsp:txXfrm>
    </dsp:sp>
    <dsp:sp modelId="{34F6B132-59C9-4A42-ADA0-401ED692CC40}">
      <dsp:nvSpPr>
        <dsp:cNvPr id="0" name=""/>
        <dsp:cNvSpPr/>
      </dsp:nvSpPr>
      <dsp:spPr bwMode="auto">
        <a:xfrm rot="0" flipH="0" flipV="0">
          <a:off x="4455098" y="2573982"/>
          <a:ext cx="1715988" cy="1715988"/>
        </a:xfrm>
        <a:prstGeom prst="ellipse">
          <a:avLst/>
        </a:prstGeom>
        <a:ln/>
      </dsp:spPr>
      <dsp:style>
        <a:lnRef idx="2">
          <a:schemeClr val="lt1"/>
        </a:lnRef>
        <a:fillRef idx="1">
          <a:schemeClr val="accent2">
            <a:hueOff val="4681597"/>
            <a:satOff val="-5837"/>
            <a:lumOff val="1372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Local Storage &amp; APIs</a:t>
          </a:r>
          <a:endParaRPr/>
        </a:p>
      </dsp:txBody>
      <dsp:txXfrm rot="0">
        <a:off x="4706396" y="3002979"/>
        <a:ext cx="1213392" cy="857994"/>
      </dsp:txXfrm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017402237" name=""/>
      <dsp:cNvGrpSpPr/>
    </dsp:nvGrpSpPr>
    <dsp:grpSpPr bwMode="auto">
      <a:xfrm rot="0">
        <a:off x="0" y="0"/>
        <a:ext cx="8630815" cy="3650250"/>
        <a:chOff x="0" y="0"/>
        <a:chExt cx="8630815" cy="3650250"/>
      </a:xfrm>
    </dsp:grpSpPr>
    <dsp:sp modelId="{6177DEF8-39BC-4EE7-AA8C-9C814812C76C}">
      <dsp:nvSpPr>
        <dsp:cNvPr id="1026975775" name=""/>
        <dsp:cNvSpPr/>
      </dsp:nvSpPr>
      <dsp:spPr bwMode="auto">
        <a:xfrm>
          <a:off x="0" y="1806873"/>
          <a:ext cx="8596291" cy="36502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ECC1C529-A145-4DDB-A96C-AF318DF7CD08}">
      <dsp:nvSpPr>
        <dsp:cNvPr id="1753394817" name=""/>
        <dsp:cNvSpPr/>
      </dsp:nvSpPr>
      <dsp:spPr bwMode="auto">
        <a:xfrm>
          <a:off x="8411800" y="1679115"/>
          <a:ext cx="219015" cy="29202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491F2955-F16D-4CA4-9328-8DE551311EBE}">
      <dsp:nvSpPr>
        <dsp:cNvPr id="52523057" name=""/>
        <dsp:cNvSpPr/>
      </dsp:nvSpPr>
      <dsp:spPr bwMode="auto">
        <a:xfrm>
          <a:off x="471445" y="832256"/>
          <a:ext cx="2385526" cy="846858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E92F0CE2-1B32-4DCB-B8AB-2CED518E5102}">
      <dsp:nvSpPr>
        <dsp:cNvPr id="1557378328" name=""/>
        <dsp:cNvSpPr/>
      </dsp:nvSpPr>
      <dsp:spPr bwMode="auto">
        <a:xfrm>
          <a:off x="471445" y="394226"/>
          <a:ext cx="2385526" cy="43803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500">
              <a:latin typeface="Helvetica Neue"/>
            </a:rPr>
            <a:t>User selects food</a:t>
          </a:r>
          <a:endParaRPr/>
        </a:p>
      </dsp:txBody>
      <dsp:txXfrm>
        <a:off x="471445" y="394226"/>
        <a:ext cx="2385526" cy="438030"/>
      </dsp:txXfrm>
    </dsp:sp>
    <dsp:sp modelId="{FC145DC5-1BD1-4FFA-8F02-A2EB52F81963}">
      <dsp:nvSpPr>
        <dsp:cNvPr id="452125184" name=""/>
        <dsp:cNvSpPr/>
      </dsp:nvSpPr>
      <dsp:spPr bwMode="auto">
        <a:xfrm>
          <a:off x="223229" y="365024"/>
          <a:ext cx="29202" cy="1460099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10FDDA7E-3C4D-45FD-90B7-3AA3DD2A9E64}">
      <dsp:nvSpPr>
        <dsp:cNvPr id="557728478" name=""/>
        <dsp:cNvSpPr/>
      </dsp:nvSpPr>
      <dsp:spPr bwMode="auto">
        <a:xfrm>
          <a:off x="1908510" y="2569776"/>
          <a:ext cx="2385526" cy="68624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AAF51805-0CF3-4B43-B801-1B252D771C56}">
      <dsp:nvSpPr>
        <dsp:cNvPr id="1216237310" name=""/>
        <dsp:cNvSpPr/>
      </dsp:nvSpPr>
      <dsp:spPr bwMode="auto">
        <a:xfrm>
          <a:off x="1908510" y="2117145"/>
          <a:ext cx="2385526" cy="45263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500">
              <a:latin typeface="Helvetica Neue"/>
            </a:rPr>
            <a:t>FoodDetailScreen</a:t>
          </a:r>
          <a:r>
            <a:rPr lang="en-US" sz="1500">
              <a:latin typeface="Helvetica Neue"/>
            </a:rPr>
            <a:t> confirms quantity + meal</a:t>
          </a:r>
          <a:endParaRPr/>
        </a:p>
      </dsp:txBody>
      <dsp:txXfrm>
        <a:off x="1908510" y="2117145"/>
        <a:ext cx="2385526" cy="452631"/>
      </dsp:txXfrm>
    </dsp:sp>
    <dsp:sp modelId="{7E22859E-6244-43B3-8DD4-0332056B3F6C}">
      <dsp:nvSpPr>
        <dsp:cNvPr id="1397163867" name=""/>
        <dsp:cNvSpPr/>
      </dsp:nvSpPr>
      <dsp:spPr bwMode="auto">
        <a:xfrm>
          <a:off x="1660293" y="1825125"/>
          <a:ext cx="29202" cy="1460099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84AE8FD8-4BBA-4386-83FC-8B7A0DE5CD7C}">
      <dsp:nvSpPr>
        <dsp:cNvPr id="1475711186" name=""/>
        <dsp:cNvSpPr/>
      </dsp:nvSpPr>
      <dsp:spPr bwMode="auto">
        <a:xfrm>
          <a:off x="161905" y="1749199"/>
          <a:ext cx="151850" cy="1518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B97E7397-4105-4BBB-9250-AC684EF5B2A8}">
      <dsp:nvSpPr>
        <dsp:cNvPr id="1510435106" name=""/>
        <dsp:cNvSpPr/>
      </dsp:nvSpPr>
      <dsp:spPr bwMode="auto">
        <a:xfrm>
          <a:off x="1598969" y="1749199"/>
          <a:ext cx="151850" cy="1518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847B90A-EE70-4E0B-9417-652E8E902299}">
      <dsp:nvSpPr>
        <dsp:cNvPr id="74375100" name=""/>
        <dsp:cNvSpPr/>
      </dsp:nvSpPr>
      <dsp:spPr bwMode="auto">
        <a:xfrm>
          <a:off x="3345575" y="832256"/>
          <a:ext cx="2385526" cy="846858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F8DD46EB-0A12-45FB-AAE6-88A083376B0E}">
      <dsp:nvSpPr>
        <dsp:cNvPr id="328378463" name=""/>
        <dsp:cNvSpPr/>
      </dsp:nvSpPr>
      <dsp:spPr bwMode="auto">
        <a:xfrm>
          <a:off x="3345575" y="394226"/>
          <a:ext cx="2385526" cy="43803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500">
              <a:latin typeface="Helvetica Neue"/>
            </a:rPr>
            <a:t>DailyLogController</a:t>
          </a:r>
          <a:r>
            <a:rPr lang="en-US" sz="1500">
              <a:latin typeface="Helvetica Neue"/>
            </a:rPr>
            <a:t> creates meal entry</a:t>
          </a:r>
          <a:endParaRPr/>
        </a:p>
      </dsp:txBody>
      <dsp:txXfrm>
        <a:off x="3345575" y="394226"/>
        <a:ext cx="2385526" cy="438030"/>
      </dsp:txXfrm>
    </dsp:sp>
    <dsp:sp modelId="{97371C2E-91FF-4A07-AEDB-ADBD28019B73}">
      <dsp:nvSpPr>
        <dsp:cNvPr id="609860277" name=""/>
        <dsp:cNvSpPr/>
      </dsp:nvSpPr>
      <dsp:spPr bwMode="auto">
        <a:xfrm>
          <a:off x="3097358" y="365024"/>
          <a:ext cx="29202" cy="1460099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0EA75EE7-D8F0-43D4-9C9E-75F56517AEFF}">
      <dsp:nvSpPr>
        <dsp:cNvPr id="392640296" name=""/>
        <dsp:cNvSpPr/>
      </dsp:nvSpPr>
      <dsp:spPr bwMode="auto">
        <a:xfrm>
          <a:off x="4782639" y="2569776"/>
          <a:ext cx="2385526" cy="68624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7C5E721C-CEA2-4DE8-B105-E8DCE837D979}">
      <dsp:nvSpPr>
        <dsp:cNvPr id="829633508" name=""/>
        <dsp:cNvSpPr/>
      </dsp:nvSpPr>
      <dsp:spPr bwMode="auto">
        <a:xfrm>
          <a:off x="4782639" y="2117145"/>
          <a:ext cx="2385526" cy="45263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500">
              <a:latin typeface="Helvetica Neue"/>
            </a:rPr>
            <a:t>Riverpod updates app state</a:t>
          </a:r>
          <a:endParaRPr lang="en-US" sz="1500">
            <a:latin typeface="Helvetica Neue"/>
          </a:endParaRPr>
        </a:p>
      </dsp:txBody>
      <dsp:txXfrm>
        <a:off x="4782639" y="2117145"/>
        <a:ext cx="2385526" cy="452631"/>
      </dsp:txXfrm>
    </dsp:sp>
    <dsp:sp modelId="{A711C4A8-ABE3-40A9-9743-C822D0C0D08F}">
      <dsp:nvSpPr>
        <dsp:cNvPr id="2068577453" name=""/>
        <dsp:cNvSpPr/>
      </dsp:nvSpPr>
      <dsp:spPr bwMode="auto">
        <a:xfrm>
          <a:off x="4534422" y="1825125"/>
          <a:ext cx="29202" cy="1460099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83281454-E570-42FD-B9C1-FF1D7292E865}">
      <dsp:nvSpPr>
        <dsp:cNvPr id="1849537944" name=""/>
        <dsp:cNvSpPr/>
      </dsp:nvSpPr>
      <dsp:spPr bwMode="auto">
        <a:xfrm>
          <a:off x="3036033" y="1749199"/>
          <a:ext cx="151850" cy="1518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80607C50-2CCD-4626-9229-D37FED836465}">
      <dsp:nvSpPr>
        <dsp:cNvPr id="102381460" name=""/>
        <dsp:cNvSpPr/>
      </dsp:nvSpPr>
      <dsp:spPr bwMode="auto">
        <a:xfrm>
          <a:off x="4473098" y="1749199"/>
          <a:ext cx="151850" cy="1518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235BC9DA-8919-4ADD-ACFE-1E13C708AD40}">
      <dsp:nvSpPr>
        <dsp:cNvPr id="8771084" name=""/>
        <dsp:cNvSpPr/>
      </dsp:nvSpPr>
      <dsp:spPr bwMode="auto">
        <a:xfrm>
          <a:off x="6219703" y="832256"/>
          <a:ext cx="2385526" cy="846858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6B30D23C-1682-48BA-BBD6-50C66F639CA5}">
      <dsp:nvSpPr>
        <dsp:cNvPr id="1923329724" name=""/>
        <dsp:cNvSpPr/>
      </dsp:nvSpPr>
      <dsp:spPr bwMode="auto">
        <a:xfrm>
          <a:off x="6219703" y="394226"/>
          <a:ext cx="2385526" cy="43803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500">
              <a:latin typeface="Helvetica Neue"/>
            </a:rPr>
            <a:t>Home + Stats update automatically</a:t>
          </a:r>
          <a:endParaRPr/>
        </a:p>
      </dsp:txBody>
      <dsp:txXfrm>
        <a:off x="6219703" y="394226"/>
        <a:ext cx="2385526" cy="438030"/>
      </dsp:txXfrm>
    </dsp:sp>
    <dsp:sp modelId="{18224E88-1591-4952-9EED-322F72357860}">
      <dsp:nvSpPr>
        <dsp:cNvPr id="308819427" name=""/>
        <dsp:cNvSpPr/>
      </dsp:nvSpPr>
      <dsp:spPr bwMode="auto">
        <a:xfrm>
          <a:off x="5971486" y="365024"/>
          <a:ext cx="29202" cy="1460099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8FCFAAFC-52F1-4631-92A6-6BBAB05B45BE}">
      <dsp:nvSpPr>
        <dsp:cNvPr id="1654318904" name=""/>
        <dsp:cNvSpPr/>
      </dsp:nvSpPr>
      <dsp:spPr bwMode="auto">
        <a:xfrm>
          <a:off x="5910162" y="1749199"/>
          <a:ext cx="151850" cy="1518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  <dgm:pt modelId="3" type="node">
          <dgm:prSet phldr="1"/>
        </dgm:pt>
        <dgm:pt modelId="4" type="node">
          <dgm:prSet phldr="1"/>
        </dgm:pt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Name0">
    <dgm:alg type="composite">
      <dgm:param type="ar" val="1"/>
    </dgm:alg>
    <dgm:shape rot="0.000000" type="none" r:blip="" blipPhldr="0" lkTxEntry="0" zOrderOff="0" hideGeom="0">
      <dgm:adjLst/>
    </dgm:shape>
    <dgm:presOf/>
    <dgm:ruleLst/>
    <dgm:varLst>
      <dgm:chMax val="7"/>
      <dgm:resizeHandles val="exact"/>
    </dgm:varLst>
    <dgm:choose name="Name1">
      <dgm:if name="Name2" axis="ch" ptType="node" func="cnt" arg="none" op="lte" val="3">
        <dgm:constrLst>
          <dgm:constr type="w" for="ch" forName="comp1" ptType="all" refPtType="all" refType="w" refFor="self" op="none" fact="1.000000" val="0"/>
          <dgm:constr type="h" for="ch" forName="comp1" ptType="all" refPtType="all" refType="w" refFor="ch" refForName="comp1" op="none" fact="1.000000" val="0"/>
          <dgm:constr type="w" for="ch" forName="comp2" ptType="all" refPtType="all" refType="w" refFor="self" op="none" fact="0.750000" val="0"/>
          <dgm:constr type="h" for="ch" forName="comp2" ptType="all" refPtType="all" refType="w" refFor="ch" refForName="comp2" op="none" fact="1.000000" val="0"/>
          <dgm:constr type="ctrX" for="ch" forName="comp2" ptType="all" refPtType="all" refType="ctrX" refFor="ch" refForName="comp1" op="none" fact="1.000000" val="0"/>
          <dgm:constr type="b" for="ch" forName="comp2" ptType="all" refPtType="all" refType="b" refFor="ch" refForName="comp1" op="none" fact="1.000000" val="0"/>
          <dgm:constr type="w" for="ch" forName="comp3" ptType="all" refPtType="all" refType="w" refFor="self" op="none" fact="0.500000" val="0"/>
          <dgm:constr type="h" for="ch" forName="comp3" ptType="all" refPtType="all" refType="w" refFor="ch" refForName="comp3" op="none" fact="1.000000" val="0"/>
          <dgm:constr type="ctrX" for="ch" forName="comp3" ptType="all" refPtType="all" refType="ctrX" refFor="ch" refForName="comp1" op="none" fact="1.000000" val="0"/>
          <dgm:constr type="b" for="ch" forName="comp3" ptType="all" refPtType="all" refType="b" refFor="ch" refForName="comp1" op="none" fact="1.000000" val="0"/>
          <dgm:constr type="primFontSz" for="des" ptType="node" refPtType="all" refType="none" refFor="self" op="equ" fact="1.000000" val="65"/>
        </dgm:constrLst>
      </dgm:if>
      <dgm:if name="Name3" axis="ch" ptType="node" func="cnt" arg="none" op="equ" val="4">
        <dgm:constrLst>
          <dgm:constr type="w" for="ch" forName="comp1" ptType="all" refPtType="all" refType="w" refFor="self" op="none" fact="1.000000" val="0"/>
          <dgm:constr type="h" for="ch" forName="comp1" ptType="all" refPtType="all" refType="w" refFor="ch" refForName="comp1" op="none" fact="1.000000" val="0"/>
          <dgm:constr type="w" for="ch" forName="comp2" ptType="all" refPtType="all" refType="w" refFor="self" op="none" fact="0.800000" val="0"/>
          <dgm:constr type="h" for="ch" forName="comp2" ptType="all" refPtType="all" refType="w" refFor="ch" refForName="comp2" op="none" fact="1.000000" val="0"/>
          <dgm:constr type="ctrX" for="ch" forName="comp2" ptType="all" refPtType="all" refType="ctrX" refFor="ch" refForName="comp1" op="none" fact="1.000000" val="0"/>
          <dgm:constr type="b" for="ch" forName="comp2" ptType="all" refPtType="all" refType="b" refFor="ch" refForName="comp1" op="none" fact="1.000000" val="0"/>
          <dgm:constr type="w" for="ch" forName="comp3" ptType="all" refPtType="all" refType="w" refFor="self" op="none" fact="0.600000" val="0"/>
          <dgm:constr type="h" for="ch" forName="comp3" ptType="all" refPtType="all" refType="w" refFor="ch" refForName="comp3" op="none" fact="1.000000" val="0"/>
          <dgm:constr type="ctrX" for="ch" forName="comp3" ptType="all" refPtType="all" refType="ctrX" refFor="ch" refForName="comp1" op="none" fact="1.000000" val="0"/>
          <dgm:constr type="b" for="ch" forName="comp3" ptType="all" refPtType="all" refType="b" refFor="ch" refForName="comp1" op="none" fact="1.000000" val="0"/>
          <dgm:constr type="w" for="ch" forName="comp4" ptType="all" refPtType="all" refType="w" refFor="self" op="none" fact="0.400000" val="0"/>
          <dgm:constr type="h" for="ch" forName="comp4" ptType="all" refPtType="all" refType="w" refFor="ch" refForName="comp4" op="none" fact="1.000000" val="0"/>
          <dgm:constr type="ctrX" for="ch" forName="comp4" ptType="all" refPtType="all" refType="ctrX" refFor="ch" refForName="comp1" op="none" fact="1.000000" val="0"/>
          <dgm:constr type="b" for="ch" forName="comp4" ptType="all" refPtType="all" refType="b" refFor="ch" refForName="comp1" op="none" fact="1.000000" val="0"/>
          <dgm:constr type="primFontSz" for="des" ptType="node" refPtType="all" refType="none" refFor="self" op="equ" fact="1.000000" val="65"/>
        </dgm:constrLst>
      </dgm:if>
      <dgm:else name="Name4">
        <dgm:constrLst>
          <dgm:constr type="w" for="ch" forName="comp1" ptType="all" refPtType="all" refType="w" refFor="self" op="none" fact="1.000000" val="0"/>
          <dgm:constr type="h" for="ch" forName="comp1" ptType="all" refPtType="all" refType="w" refFor="ch" refForName="comp1" op="none" fact="1.000000" val="0"/>
          <dgm:constr type="w" for="ch" forName="comp2" ptType="all" refPtType="all" refType="w" refFor="self" op="none" fact="0.850000" val="0"/>
          <dgm:constr type="h" for="ch" forName="comp2" ptType="all" refPtType="all" refType="w" refFor="ch" refForName="comp2" op="none" fact="1.000000" val="0"/>
          <dgm:constr type="ctrX" for="ch" forName="comp2" ptType="all" refPtType="all" refType="ctrX" refFor="ch" refForName="comp1" op="none" fact="1.000000" val="0"/>
          <dgm:constr type="b" for="ch" forName="comp2" ptType="all" refPtType="all" refType="b" refFor="ch" refForName="comp1" op="none" fact="1.000000" val="0"/>
          <dgm:constr type="w" for="ch" forName="comp3" ptType="all" refPtType="all" refType="w" refFor="self" op="none" fact="0.700000" val="0"/>
          <dgm:constr type="h" for="ch" forName="comp3" ptType="all" refPtType="all" refType="w" refFor="ch" refForName="comp3" op="none" fact="1.000000" val="0"/>
          <dgm:constr type="ctrX" for="ch" forName="comp3" ptType="all" refPtType="all" refType="ctrX" refFor="ch" refForName="comp1" op="none" fact="1.000000" val="0"/>
          <dgm:constr type="b" for="ch" forName="comp3" ptType="all" refPtType="all" refType="b" refFor="ch" refForName="comp1" op="none" fact="1.000000" val="0"/>
          <dgm:constr type="w" for="ch" forName="comp4" ptType="all" refPtType="all" refType="w" refFor="self" op="none" fact="0.550000" val="0"/>
          <dgm:constr type="h" for="ch" forName="comp4" ptType="all" refPtType="all" refType="w" refFor="ch" refForName="comp4" op="none" fact="1.000000" val="0"/>
          <dgm:constr type="ctrX" for="ch" forName="comp4" ptType="all" refPtType="all" refType="ctrX" refFor="ch" refForName="comp1" op="none" fact="1.000000" val="0"/>
          <dgm:constr type="b" for="ch" forName="comp4" ptType="all" refPtType="all" refType="b" refFor="ch" refForName="comp1" op="none" fact="1.000000" val="0"/>
          <dgm:constr type="w" for="ch" forName="comp5" ptType="all" refPtType="all" refType="w" refFor="self" op="none" fact="0.400000" val="0"/>
          <dgm:constr type="h" for="ch" forName="comp5" ptType="all" refPtType="all" refType="w" refFor="ch" refForName="comp5" op="none" fact="1.000000" val="0"/>
          <dgm:constr type="ctrX" for="ch" forName="comp5" ptType="all" refPtType="all" refType="ctrX" refFor="ch" refForName="comp1" op="none" fact="1.000000" val="0"/>
          <dgm:constr type="b" for="ch" forName="comp5" ptType="all" refPtType="all" refType="b" refFor="ch" refForName="comp1" op="none" fact="1.000000" val="0"/>
          <dgm:constr type="w" for="ch" forName="comp6" ptType="all" refPtType="all" refType="w" refFor="self" op="none" fact="0.250000" val="0"/>
          <dgm:constr type="h" for="ch" forName="comp6" ptType="all" refPtType="all" refType="w" refFor="ch" refForName="comp6" op="none" fact="1.000000" val="0"/>
          <dgm:constr type="ctrX" for="ch" forName="comp6" ptType="all" refPtType="all" refType="ctrX" refFor="ch" refForName="comp1" op="none" fact="1.000000" val="0"/>
          <dgm:constr type="b" for="ch" forName="comp6" ptType="all" refPtType="all" refType="b" refFor="ch" refForName="comp1" op="none" fact="1.000000" val="0"/>
          <dgm:constr type="w" for="ch" forName="comp7" ptType="all" refPtType="all" refType="w" refFor="self" op="none" fact="0.150000" val="0"/>
          <dgm:constr type="h" for="ch" forName="comp7" ptType="all" refPtType="all" refType="w" refFor="ch" refForName="comp7" op="none" fact="1.000000" val="0"/>
          <dgm:constr type="ctrX" for="ch" forName="comp7" ptType="all" refPtType="all" refType="ctrX" refFor="ch" refForName="comp1" op="none" fact="1.000000" val="0"/>
          <dgm:constr type="b" for="ch" forName="comp7" ptType="all" refPtType="all" refType="b" refFor="ch" refForName="comp1" op="none" fact="1.000000" val="0"/>
          <dgm:constr type="primFontSz" for="des" ptType="node" refPtType="all" refType="none" refFor="self" op="equ" fact="1.000000" val="65"/>
        </dgm:constrLst>
      </dgm:else>
    </dgm:choose>
    <dgm:choose name="Name5">
      <dgm:if name="Name6" axis="ch" ptType="node" func="cnt" arg="none" op="gte" val="1">
        <dgm:layoutNode name="comp1">
          <dgm:alg type="composite"/>
          <dgm:shape rot="0.000000" type="none" r:blip="" blipPhldr="0" lkTxEntry="0" zOrderOff="0" hideGeom="0">
            <dgm:adjLst/>
          </dgm:shape>
          <dgm:presOf/>
          <dgm:ruleLst/>
          <dgm:choose name="Name7">
            <dgm:if name="Name8" axis="ch" ptType="node" func="cnt" arg="none" op="equ" val="1">
              <dgm:constrLst>
                <dgm:constr type="w" for="ch" forName="circle1" ptType="all" refPtType="all" refType="w" refFor="self" op="none" fact="1.000000" val="0"/>
                <dgm:constr type="h" for="ch" forName="circle1" ptType="all" refPtType="all" refType="h" refFor="self" op="none" fact="1.000000" val="0"/>
                <dgm:constr type="ctrX" for="ch" forName="circle1" ptType="all" refPtType="all" refType="w" refFor="self" op="none" fact="0.500000" val="0"/>
                <dgm:constr type="ctrY" for="ch" forName="circle1" ptType="all" refPtType="all" refType="h" refFor="self" op="none" fact="0.500000" val="0"/>
                <dgm:constr type="ctrX" for="ch" forName="c1text" ptType="all" refPtType="all" refType="w" refFor="self" op="none" fact="0.500000" val="0"/>
                <dgm:constr type="ctrY" for="ch" forName="c1text" ptType="all" refPtType="all" refType="h" refFor="self" op="none" fact="0.500000" val="0"/>
                <dgm:constr type="w" for="ch" forName="c1text" ptType="all" refPtType="all" refType="w" refFor="ch" refForName="circle1" op="none" fact="0.707110" val="0"/>
                <dgm:constr type="h" for="ch" forName="c1text" ptType="all" refPtType="all" refType="h" refFor="ch" refForName="circle1" op="none" fact="0.500000" val="0"/>
              </dgm:constrLst>
            </dgm:if>
            <dgm:if name="Name9" axis="ch" ptType="node" func="cnt" arg="none" op="equ" val="2">
              <dgm:constrLst>
                <dgm:constr type="w" for="ch" forName="circle1" ptType="all" refPtType="all" refType="w" refFor="self" op="none" fact="1.000000" val="0"/>
                <dgm:constr type="h" for="ch" forName="circle1" ptType="all" refPtType="all" refType="h" refFor="self" op="none" fact="1.000000" val="0"/>
                <dgm:constr type="ctrX" for="ch" forName="circle1" ptType="all" refPtType="all" refType="w" refFor="self" op="none" fact="0.500000" val="0"/>
                <dgm:constr type="ctrY" for="ch" forName="circle1" ptType="all" refPtType="all" refType="h" refFor="self" op="none" fact="0.500000" val="0"/>
                <dgm:constr type="ctrX" for="ch" forName="c1text" ptType="all" refPtType="all" refType="w" refFor="self" op="none" fact="0.500000" val="0"/>
                <dgm:constr type="ctrY" for="ch" forName="c1text" ptType="all" refPtType="all" refType="h" refFor="self" op="none" fact="0.160000" val="0"/>
                <dgm:constr type="w" for="ch" forName="c1text" ptType="all" refPtType="all" refType="w" refFor="ch" refForName="circle1" op="none" fact="0.525000" val="0"/>
                <dgm:constr type="h" for="ch" forName="c1text" ptType="all" refPtType="all" refType="h" refFor="ch" refForName="circle1" op="none" fact="0.170000" val="0"/>
              </dgm:constrLst>
            </dgm:if>
            <dgm:if name="Name10" axis="ch" ptType="node" func="cnt" arg="none" op="equ" val="3">
              <dgm:constrLst>
                <dgm:constr type="w" for="ch" forName="circle1" ptType="all" refPtType="all" refType="w" refFor="self" op="none" fact="1.000000" val="0"/>
                <dgm:constr type="h" for="ch" forName="circle1" ptType="all" refPtType="all" refType="h" refFor="self" op="none" fact="1.000000" val="0"/>
                <dgm:constr type="ctrX" for="ch" forName="circle1" ptType="all" refPtType="all" refType="w" refFor="self" op="none" fact="0.500000" val="0"/>
                <dgm:constr type="ctrY" for="ch" forName="circle1" ptType="all" refPtType="all" refType="h" refFor="self" op="none" fact="0.500000" val="0"/>
                <dgm:constr type="ctrX" for="ch" forName="c1text" ptType="all" refPtType="all" refType="w" refFor="self" op="none" fact="0.500000" val="0"/>
                <dgm:constr type="ctrY" for="ch" forName="c1text" ptType="all" refPtType="all" refType="h" refFor="self" op="none" fact="0.125000" val="0"/>
                <dgm:constr type="w" for="ch" forName="c1text" ptType="all" refPtType="all" refType="w" refFor="ch" refForName="circle1" op="none" fact="0.349500" val="0"/>
                <dgm:constr type="h" for="ch" forName="c1text" ptType="all" refPtType="all" refType="h" refFor="ch" refForName="circle1" op="none" fact="0.150000" val="0"/>
              </dgm:constrLst>
            </dgm:if>
            <dgm:if name="Name11" axis="ch" ptType="node" func="cnt" arg="none" op="equ" val="4">
              <dgm:constrLst>
                <dgm:constr type="w" for="ch" forName="circle1" ptType="all" refPtType="all" refType="w" refFor="self" op="none" fact="1.000000" val="0"/>
                <dgm:constr type="h" for="ch" forName="circle1" ptType="all" refPtType="all" refType="h" refFor="self" op="none" fact="1.000000" val="0"/>
                <dgm:constr type="ctrX" for="ch" forName="circle1" ptType="all" refPtType="all" refType="w" refFor="self" op="none" fact="0.500000" val="0"/>
                <dgm:constr type="ctrY" for="ch" forName="circle1" ptType="all" refPtType="all" refType="h" refFor="self" op="none" fact="0.500000" val="0"/>
                <dgm:constr type="ctrX" for="ch" forName="c1text" ptType="all" refPtType="all" refType="w" refFor="self" op="none" fact="0.500000" val="0"/>
                <dgm:constr type="ctrY" for="ch" forName="c1text" ptType="all" refPtType="all" refType="h" refFor="self" op="none" fact="0.125000" val="0"/>
                <dgm:constr type="w" for="ch" forName="c1text" ptType="all" refPtType="all" refType="w" refFor="ch" refForName="circle1" op="none" fact="0.279600" val="0"/>
                <dgm:constr type="h" for="ch" forName="c1text" ptType="all" refPtType="all" refType="h" refFor="ch" refForName="circle1" op="none" fact="0.150000" val="0"/>
              </dgm:constrLst>
            </dgm:if>
            <dgm:if name="Name12" axis="ch" ptType="node" func="cnt" arg="none" op="gte" val="5">
              <dgm:constrLst>
                <dgm:constr type="w" for="ch" forName="circle1" ptType="all" refPtType="all" refType="w" refFor="self" op="none" fact="1.000000" val="0"/>
                <dgm:constr type="h" for="ch" forName="circle1" ptType="all" refPtType="all" refType="h" refFor="self" op="none" fact="1.000000" val="0"/>
                <dgm:constr type="ctrX" for="ch" forName="circle1" ptType="all" refPtType="all" refType="w" refFor="self" op="none" fact="0.500000" val="0"/>
                <dgm:constr type="ctrY" for="ch" forName="circle1" ptType="all" refPtType="all" refType="h" refFor="self" op="none" fact="0.500000" val="0"/>
                <dgm:constr type="ctrX" for="ch" forName="c1text" ptType="all" refPtType="all" refType="w" refFor="self" op="none" fact="0.500000" val="0"/>
                <dgm:constr type="ctrY" for="ch" forName="c1text" ptType="all" refPtType="all" refType="h" refFor="self" op="none" fact="0.100000" val="0"/>
                <dgm:constr type="w" for="ch" forName="c1text" ptType="all" refPtType="all" refType="w" refFor="ch" refForName="circle1" op="none" fact="0.375000" val="0"/>
                <dgm:constr type="h" for="ch" forName="c1text" ptType="all" refPtType="all" refType="h" refFor="ch" refForName="circle1" op="none" fact="0.100000" val="0"/>
              </dgm:constrLst>
            </dgm:if>
            <dgm:else name="Name13"/>
          </dgm:choose>
          <dgm:layoutNode name="circle1" styleLbl="node1">
            <dgm:alg type="sp"/>
            <dgm:shape rot="0.000000" type="ellipse" r:blip="" blipPhldr="0" lkTxEntry="0" zOrderOff="0" hideGeom="0">
              <dgm:adjLst/>
            </dgm:shape>
            <dgm:presOf axis="ch desOrSelf" ptType="node node" st="1 1" cnt="1 0"/>
            <dgm:constrLst>
              <dgm:constr type="h" for="self" ptType="all" refPtType="all" refType="w" refFor="self" op="none" fact="1.000000" val="0"/>
            </dgm:constrLst>
            <dgm:ruleLst/>
          </dgm:layoutNode>
          <dgm:layoutNode name="c1text">
            <dgm:alg type="tx"/>
            <dgm:shape rot="0.000000" type="rect" r:blip="" blipPhldr="0" lkTxEntry="0" zOrderOff="0" hideGeom="1">
              <dgm:adjLst/>
            </dgm:shape>
            <dgm:presOf axis="ch desOrSelf" ptType="node node" st="1 1" cnt="1 0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</dgm:layoutNode>
      </dgm:if>
      <dgm:else name="Name14"/>
    </dgm:choose>
    <dgm:choose name="Name15">
      <dgm:if name="Name16" axis="ch" ptType="node" func="cnt" arg="none" op="gte" val="2">
        <dgm:layoutNode name="comp2">
          <dgm:alg type="composite"/>
          <dgm:shape rot="0.000000" type="none" r:blip="" blipPhldr="0" lkTxEntry="0" zOrderOff="0" hideGeom="0">
            <dgm:adjLst/>
          </dgm:shape>
          <dgm:presOf/>
          <dgm:ruleLst/>
          <dgm:choose name="Name17">
            <dgm:if name="Name18" axis="ch" ptType="node" func="cnt" arg="none" op="equ" val="2">
              <dgm:constrLst>
                <dgm:constr type="w" for="ch" forName="circle2" ptType="all" refPtType="all" refType="w" refFor="self" op="none" fact="1.000000" val="0"/>
                <dgm:constr type="h" for="ch" forName="circle2" ptType="all" refPtType="all" refType="h" refFor="self" op="none" fact="1.000000" val="0"/>
                <dgm:constr type="ctrX" for="ch" forName="circle2" ptType="all" refPtType="all" refType="w" refFor="self" op="none" fact="0.500000" val="0"/>
                <dgm:constr type="ctrY" for="ch" forName="circle2" ptType="all" refPtType="all" refType="h" refFor="self" op="none" fact="0.500000" val="0"/>
                <dgm:constr type="ctrX" for="ch" forName="c2text" ptType="all" refPtType="all" refType="w" refFor="self" op="none" fact="0.500000" val="0"/>
                <dgm:constr type="ctrY" for="ch" forName="c2text" ptType="all" refPtType="all" refType="h" refFor="self" op="none" fact="0.500000" val="0"/>
                <dgm:constr type="w" for="ch" forName="c2text" ptType="all" refPtType="all" refType="w" refFor="ch" refForName="circle2" op="none" fact="0.707110" val="0"/>
                <dgm:constr type="h" for="ch" forName="c2text" ptType="all" refPtType="all" refType="h" refFor="ch" refForName="circle2" op="none" fact="0.500000" val="0"/>
              </dgm:constrLst>
            </dgm:if>
            <dgm:if name="Name19" axis="ch" ptType="node" func="cnt" arg="none" op="equ" val="3">
              <dgm:constrLst>
                <dgm:constr type="w" for="ch" forName="circle2" ptType="all" refPtType="all" refType="w" refFor="self" op="none" fact="1.000000" val="0"/>
                <dgm:constr type="h" for="ch" forName="circle2" ptType="all" refPtType="all" refType="h" refFor="self" op="none" fact="1.000000" val="0"/>
                <dgm:constr type="ctrX" for="ch" forName="circle2" ptType="all" refPtType="all" refType="w" refFor="self" op="none" fact="0.500000" val="0"/>
                <dgm:constr type="ctrY" for="ch" forName="circle2" ptType="all" refPtType="all" refType="h" refFor="self" op="none" fact="0.500000" val="0"/>
                <dgm:constr type="ctrX" for="ch" forName="c2text" ptType="all" refPtType="all" refType="w" refFor="self" op="none" fact="0.500000" val="0"/>
                <dgm:constr type="ctrY" for="ch" forName="c2text" ptType="all" refPtType="all" refType="h" refFor="self" op="none" fact="0.156250" val="0"/>
                <dgm:constr type="w" for="ch" forName="c2text" ptType="all" refPtType="all" refType="w" refFor="ch" refForName="circle2" op="none" fact="0.466000" val="0"/>
                <dgm:constr type="h" for="ch" forName="c2text" ptType="all" refPtType="all" refType="h" refFor="ch" refForName="circle2" op="none" fact="0.187500" val="0"/>
              </dgm:constrLst>
            </dgm:if>
            <dgm:if name="Name20" axis="ch" ptType="node" func="cnt" arg="none" op="equ" val="4">
              <dgm:constrLst>
                <dgm:constr type="w" for="ch" forName="circle2" ptType="all" refPtType="all" refType="w" refFor="self" op="none" fact="1.000000" val="0"/>
                <dgm:constr type="h" for="ch" forName="circle2" ptType="all" refPtType="all" refType="h" refFor="self" op="none" fact="1.000000" val="0"/>
                <dgm:constr type="ctrX" for="ch" forName="circle2" ptType="all" refPtType="all" refType="w" refFor="self" op="none" fact="0.500000" val="0"/>
                <dgm:constr type="ctrY" for="ch" forName="circle2" ptType="all" refPtType="all" refType="h" refFor="self" op="none" fact="0.500000" val="0"/>
                <dgm:constr type="ctrX" for="ch" forName="c2text" ptType="all" refPtType="all" refType="w" refFor="self" op="none" fact="0.500000" val="0"/>
                <dgm:constr type="ctrY" for="ch" forName="c2text" ptType="all" refPtType="all" refType="h" refFor="self" op="none" fact="0.150000" val="0"/>
                <dgm:constr type="w" for="ch" forName="c2text" ptType="all" refPtType="all" refType="w" refFor="ch" refForName="circle2" op="none" fact="0.349500" val="0"/>
                <dgm:constr type="h" for="ch" forName="c2text" ptType="all" refPtType="all" refType="h" refFor="ch" refForName="circle2" op="none" fact="0.180000" val="0"/>
              </dgm:constrLst>
            </dgm:if>
            <dgm:if name="Name21" axis="ch" ptType="node" func="cnt" arg="none" op="gte" val="5">
              <dgm:constrLst>
                <dgm:constr type="w" for="ch" forName="circle2" ptType="all" refPtType="all" refType="w" refFor="self" op="none" fact="1.000000" val="0"/>
                <dgm:constr type="h" for="ch" forName="circle2" ptType="all" refPtType="all" refType="h" refFor="self" op="none" fact="1.000000" val="0"/>
                <dgm:constr type="ctrX" for="ch" forName="circle2" ptType="all" refPtType="all" refType="w" refFor="self" op="none" fact="0.500000" val="0"/>
                <dgm:constr type="ctrY" for="ch" forName="circle2" ptType="all" refPtType="all" refType="h" refFor="self" op="none" fact="0.500000" val="0"/>
                <dgm:constr type="ctrX" for="ch" forName="c2text" ptType="all" refPtType="all" refType="w" refFor="self" op="none" fact="0.500000" val="0"/>
                <dgm:constr type="ctrY" for="ch" forName="c2text" ptType="all" refPtType="all" refType="h" refFor="self" op="none" fact="0.115000" val="0"/>
                <dgm:constr type="w" for="ch" forName="c2text" ptType="all" refPtType="all" refType="w" refFor="ch" refForName="circle2" op="none" fact="0.431250" val="0"/>
                <dgm:constr type="h" for="ch" forName="c2text" ptType="all" refPtType="all" refType="h" refFor="ch" refForName="circle2" op="none" fact="0.115000" val="0"/>
              </dgm:constrLst>
            </dgm:if>
            <dgm:else name="Name22"/>
          </dgm:choose>
          <dgm:layoutNode name="circle2" styleLbl="node1">
            <dgm:alg type="sp"/>
            <dgm:shape rot="0.000000" type="ellipse" r:blip="" blipPhldr="0" lkTxEntry="0" zOrderOff="0" hideGeom="0">
              <dgm:adjLst/>
            </dgm:shape>
            <dgm:presOf axis="ch desOrSelf" ptType="node node" st="2 1" cnt="1 0"/>
            <dgm:constrLst>
              <dgm:constr type="h" for="self" ptType="all" refPtType="all" refType="w" refFor="self" op="none" fact="1.000000" val="0"/>
            </dgm:constrLst>
            <dgm:ruleLst/>
          </dgm:layoutNode>
          <dgm:layoutNode name="c2text">
            <dgm:alg type="tx"/>
            <dgm:shape rot="0.000000" type="rect" r:blip="" blipPhldr="0" lkTxEntry="0" zOrderOff="0" hideGeom="1">
              <dgm:adjLst/>
            </dgm:shape>
            <dgm:presOf axis="ch desOrSelf" ptType="node node" st="2 1" cnt="1 0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</dgm:layoutNode>
      </dgm:if>
      <dgm:else name="Name23"/>
    </dgm:choose>
    <dgm:choose name="Name24">
      <dgm:if name="Name25" axis="ch" ptType="node" func="cnt" arg="none" op="gte" val="3">
        <dgm:layoutNode name="comp3">
          <dgm:alg type="composite"/>
          <dgm:shape rot="0.000000" type="none" r:blip="" blipPhldr="0" lkTxEntry="0" zOrderOff="0" hideGeom="0">
            <dgm:adjLst/>
          </dgm:shape>
          <dgm:presOf/>
          <dgm:ruleLst/>
          <dgm:choose name="Name26">
            <dgm:if name="Name27" axis="ch" ptType="node" func="cnt" arg="none" op="equ" val="3">
              <dgm:constrLst>
                <dgm:constr type="w" for="ch" forName="circle3" ptType="all" refPtType="all" refType="w" refFor="self" op="none" fact="1.000000" val="0"/>
                <dgm:constr type="h" for="ch" forName="circle3" ptType="all" refPtType="all" refType="h" refFor="self" op="none" fact="1.000000" val="0"/>
                <dgm:constr type="ctrX" for="ch" forName="circle3" ptType="all" refPtType="all" refType="w" refFor="self" op="none" fact="0.500000" val="0"/>
                <dgm:constr type="ctrY" for="ch" forName="circle3" ptType="all" refPtType="all" refType="h" refFor="self" op="none" fact="0.500000" val="0"/>
                <dgm:constr type="ctrX" for="ch" forName="c3text" ptType="all" refPtType="all" refType="w" refFor="self" op="none" fact="0.500000" val="0"/>
                <dgm:constr type="ctrY" for="ch" forName="c3text" ptType="all" refPtType="all" refType="h" refFor="self" op="none" fact="0.500000" val="0"/>
                <dgm:constr type="w" for="ch" forName="c3text" ptType="all" refPtType="all" refType="w" refFor="ch" refForName="circle3" op="none" fact="0.707110" val="0"/>
                <dgm:constr type="h" for="ch" forName="c3text" ptType="all" refPtType="all" refType="h" refFor="ch" refForName="circle3" op="none" fact="0.500000" val="0"/>
              </dgm:constrLst>
            </dgm:if>
            <dgm:if name="Name28" axis="ch" ptType="node" func="cnt" arg="none" op="equ" val="4">
              <dgm:constrLst>
                <dgm:constr type="w" for="ch" forName="circle3" ptType="all" refPtType="all" refType="w" refFor="self" op="none" fact="1.000000" val="0"/>
                <dgm:constr type="h" for="ch" forName="circle3" ptType="all" refPtType="all" refType="h" refFor="self" op="none" fact="1.000000" val="0"/>
                <dgm:constr type="ctrX" for="ch" forName="circle3" ptType="all" refPtType="all" refType="w" refFor="self" op="none" fact="0.500000" val="0"/>
                <dgm:constr type="ctrY" for="ch" forName="circle3" ptType="all" refPtType="all" refType="h" refFor="self" op="none" fact="0.500000" val="0"/>
                <dgm:constr type="ctrX" for="ch" forName="c3text" ptType="all" refPtType="all" refType="w" refFor="self" op="none" fact="0.500000" val="0"/>
                <dgm:constr type="ctrY" for="ch" forName="c3text" ptType="all" refPtType="all" refType="h" refFor="self" op="none" fact="0.187500" val="0"/>
                <dgm:constr type="w" for="ch" forName="c3text" ptType="all" refPtType="all" refType="w" refFor="ch" refForName="circle3" op="none" fact="0.466000" val="0"/>
                <dgm:constr type="h" for="ch" forName="c3text" ptType="all" refPtType="all" refType="h" refFor="ch" refForName="circle3" op="none" fact="0.225000" val="0"/>
              </dgm:constrLst>
            </dgm:if>
            <dgm:if name="Name29" axis="ch" ptType="node" func="cnt" arg="none" op="gte" val="5">
              <dgm:constrLst>
                <dgm:constr type="w" for="ch" forName="circle3" ptType="all" refPtType="all" refType="w" refFor="self" op="none" fact="1.000000" val="0"/>
                <dgm:constr type="h" for="ch" forName="circle3" ptType="all" refPtType="all" refType="h" refFor="self" op="none" fact="1.000000" val="0"/>
                <dgm:constr type="ctrX" for="ch" forName="circle3" ptType="all" refPtType="all" refType="w" refFor="self" op="none" fact="0.500000" val="0"/>
                <dgm:constr type="ctrY" for="ch" forName="circle3" ptType="all" refPtType="all" refType="h" refFor="self" op="none" fact="0.500000" val="0"/>
                <dgm:constr type="ctrX" for="ch" forName="c3text" ptType="all" refPtType="all" refType="w" refFor="self" op="none" fact="0.500000" val="0"/>
                <dgm:constr type="ctrY" for="ch" forName="c3text" ptType="all" refPtType="all" refType="h" refFor="self" op="none" fact="0.138000" val="0"/>
                <dgm:constr type="w" for="ch" forName="c3text" ptType="all" refPtType="all" refType="w" refFor="ch" refForName="circle3" op="none" fact="0.517500" val="0"/>
                <dgm:constr type="h" for="ch" forName="c3text" ptType="all" refPtType="all" refType="h" refFor="ch" refForName="circle3" op="none" fact="0.138000" val="0"/>
              </dgm:constrLst>
            </dgm:if>
            <dgm:else name="Name30"/>
          </dgm:choose>
          <dgm:layoutNode name="circle3" styleLbl="node1">
            <dgm:alg type="sp"/>
            <dgm:shape rot="0.000000" type="ellipse" r:blip="" blipPhldr="0" lkTxEntry="0" zOrderOff="0" hideGeom="0">
              <dgm:adjLst/>
            </dgm:shape>
            <dgm:presOf axis="ch desOrSelf" ptType="node node" st="3 1" cnt="1 0"/>
            <dgm:constrLst>
              <dgm:constr type="h" for="self" ptType="all" refPtType="all" refType="w" refFor="self" op="none" fact="1.000000" val="0"/>
            </dgm:constrLst>
            <dgm:ruleLst/>
          </dgm:layoutNode>
          <dgm:layoutNode name="c3text">
            <dgm:alg type="tx"/>
            <dgm:shape rot="0.000000" type="rect" r:blip="" blipPhldr="0" lkTxEntry="0" zOrderOff="0" hideGeom="1">
              <dgm:adjLst/>
            </dgm:shape>
            <dgm:presOf axis="ch desOrSelf" ptType="node node" st="3 1" cnt="1 0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</dgm:layoutNode>
      </dgm:if>
      <dgm:else name="Name31"/>
    </dgm:choose>
    <dgm:choose name="Name32">
      <dgm:if name="Name33" axis="ch" ptType="node" func="cnt" arg="none" op="gte" val="4">
        <dgm:layoutNode name="comp4">
          <dgm:alg type="composite"/>
          <dgm:shape rot="0.000000" type="none" r:blip="" blipPhldr="0" lkTxEntry="0" zOrderOff="0" hideGeom="0">
            <dgm:adjLst/>
          </dgm:shape>
          <dgm:presOf/>
          <dgm:ruleLst/>
          <dgm:choose name="Name34">
            <dgm:if name="Name35" axis="ch" ptType="node" func="cnt" arg="none" op="equ" val="4">
              <dgm:constrLst>
                <dgm:constr type="w" for="ch" forName="circle4" ptType="all" refPtType="all" refType="w" refFor="self" op="none" fact="1.000000" val="0"/>
                <dgm:constr type="h" for="ch" forName="circle4" ptType="all" refPtType="all" refType="h" refFor="self" op="none" fact="1.000000" val="0"/>
                <dgm:constr type="ctrX" for="ch" forName="circle4" ptType="all" refPtType="all" refType="w" refFor="self" op="none" fact="0.500000" val="0"/>
                <dgm:constr type="ctrY" for="ch" forName="circle4" ptType="all" refPtType="all" refType="h" refFor="self" op="none" fact="0.500000" val="0"/>
                <dgm:constr type="ctrX" for="ch" forName="c4text" ptType="all" refPtType="all" refType="w" refFor="self" op="none" fact="0.500000" val="0"/>
                <dgm:constr type="ctrY" for="ch" forName="c4text" ptType="all" refPtType="all" refType="h" refFor="self" op="none" fact="0.500000" val="0"/>
                <dgm:constr type="w" for="ch" forName="c4text" ptType="all" refPtType="all" refType="w" refFor="ch" refForName="circle4" op="none" fact="0.707110" val="0"/>
                <dgm:constr type="h" for="ch" forName="c4text" ptType="all" refPtType="all" refType="h" refFor="ch" refForName="circle4" op="none" fact="0.500000" val="0"/>
              </dgm:constrLst>
            </dgm:if>
            <dgm:if name="Name36" axis="ch" ptType="node" func="cnt" arg="none" op="gte" val="5">
              <dgm:constrLst>
                <dgm:constr type="w" for="ch" forName="circle4" ptType="all" refPtType="all" refType="w" refFor="self" op="none" fact="1.000000" val="0"/>
                <dgm:constr type="h" for="ch" forName="circle4" ptType="all" refPtType="all" refType="h" refFor="self" op="none" fact="1.000000" val="0"/>
                <dgm:constr type="ctrX" for="ch" forName="circle4" ptType="all" refPtType="all" refType="w" refFor="self" op="none" fact="0.500000" val="0"/>
                <dgm:constr type="ctrY" for="ch" forName="circle4" ptType="all" refPtType="all" refType="h" refFor="self" op="none" fact="0.500000" val="0"/>
                <dgm:constr type="ctrX" for="ch" forName="c4text" ptType="all" refPtType="all" refType="w" refFor="self" op="none" fact="0.500000" val="0"/>
                <dgm:constr type="ctrY" for="ch" forName="c4text" ptType="all" refPtType="all" refType="h" refFor="self" op="none" fact="0.180000" val="0"/>
                <dgm:constr type="w" for="ch" forName="c4text" ptType="all" refPtType="all" refType="w" refFor="ch" refForName="circle4" op="none" fact="0.540000" val="0"/>
                <dgm:constr type="h" for="ch" forName="c4text" ptType="all" refPtType="all" refType="h" refFor="ch" refForName="circle4" op="none" fact="0.180000" val="0"/>
              </dgm:constrLst>
            </dgm:if>
            <dgm:else name="Name37"/>
          </dgm:choose>
          <dgm:layoutNode name="circle4" styleLbl="node1">
            <dgm:alg type="sp"/>
            <dgm:shape rot="0.000000" type="ellipse" r:blip="" blipPhldr="0" lkTxEntry="0" zOrderOff="0" hideGeom="0">
              <dgm:adjLst/>
            </dgm:shape>
            <dgm:presOf axis="ch desOrSelf" ptType="node node" st="4 1" cnt="1 0"/>
            <dgm:constrLst>
              <dgm:constr type="h" for="self" ptType="all" refPtType="all" refType="w" refFor="self" op="none" fact="1.000000" val="0"/>
            </dgm:constrLst>
            <dgm:ruleLst/>
          </dgm:layoutNode>
          <dgm:layoutNode name="c4text">
            <dgm:alg type="tx"/>
            <dgm:shape rot="0.000000" type="rect" r:blip="" blipPhldr="0" lkTxEntry="0" zOrderOff="0" hideGeom="1">
              <dgm:adjLst/>
            </dgm:shape>
            <dgm:presOf axis="ch desOrSelf" ptType="node node" st="4 1" cnt="1 0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</dgm:layoutNode>
      </dgm:if>
      <dgm:else name="Name38"/>
    </dgm:choose>
    <dgm:choose name="Name39">
      <dgm:if name="Name40" axis="ch" ptType="node" func="cnt" arg="none" op="gte" val="5">
        <dgm:layoutNode name="comp5">
          <dgm:alg type="composite"/>
          <dgm:shape rot="0.000000" type="none" r:blip="" blipPhldr="0" lkTxEntry="0" zOrderOff="0" hideGeom="0">
            <dgm:adjLst/>
          </dgm:shape>
          <dgm:presOf/>
          <dgm:ruleLst/>
          <dgm:choose name="Name41">
            <dgm:if name="Name42" axis="ch" ptType="node" func="cnt" arg="none" op="equ" val="5">
              <dgm:constrLst>
                <dgm:constr type="w" for="ch" forName="circle5" ptType="all" refPtType="all" refType="w" refFor="self" op="none" fact="1.000000" val="0"/>
                <dgm:constr type="h" for="ch" forName="circle5" ptType="all" refPtType="all" refType="h" refFor="self" op="none" fact="1.000000" val="0"/>
                <dgm:constr type="ctrX" for="ch" forName="circle5" ptType="all" refPtType="all" refType="w" refFor="self" op="none" fact="0.500000" val="0"/>
                <dgm:constr type="ctrY" for="ch" forName="circle5" ptType="all" refPtType="all" refType="h" refFor="self" op="none" fact="0.500000" val="0"/>
                <dgm:constr type="ctrX" for="ch" forName="c5text" ptType="all" refPtType="all" refType="w" refFor="self" op="none" fact="0.500000" val="0"/>
                <dgm:constr type="ctrY" for="ch" forName="c5text" ptType="all" refPtType="all" refType="h" refFor="self" op="none" fact="0.500000" val="0"/>
                <dgm:constr type="w" for="ch" forName="c5text" ptType="all" refPtType="all" refType="w" refFor="ch" refForName="circle5" op="none" fact="0.707110" val="0"/>
                <dgm:constr type="h" for="ch" forName="c5text" ptType="all" refPtType="all" refType="h" refFor="ch" refForName="circle5" op="none" fact="0.500000" val="0"/>
              </dgm:constrLst>
            </dgm:if>
            <dgm:if name="Name43" axis="ch" ptType="node" func="cnt" arg="none" op="gte" val="6">
              <dgm:constrLst>
                <dgm:constr type="w" for="ch" forName="circle5" ptType="all" refPtType="all" refType="w" refFor="self" op="none" fact="1.000000" val="0"/>
                <dgm:constr type="h" for="ch" forName="circle5" ptType="all" refPtType="all" refType="h" refFor="self" op="none" fact="1.000000" val="0"/>
                <dgm:constr type="ctrX" for="ch" forName="circle5" ptType="all" refPtType="all" refType="w" refFor="self" op="none" fact="0.500000" val="0"/>
                <dgm:constr type="ctrY" for="ch" forName="circle5" ptType="all" refPtType="all" refType="h" refFor="self" op="none" fact="0.500000" val="0"/>
                <dgm:constr type="ctrX" for="ch" forName="c5text" ptType="all" refPtType="all" refType="w" refFor="self" op="none" fact="0.500000" val="0"/>
                <dgm:constr type="ctrY" for="ch" forName="c5text" ptType="all" refPtType="all" refType="h" refFor="self" op="none" fact="0.250000" val="0"/>
                <dgm:constr type="w" for="ch" forName="c5text" ptType="all" refPtType="all" refType="w" refFor="ch" refForName="circle5" op="none" fact="0.650000" val="0"/>
                <dgm:constr type="h" for="ch" forName="c5text" ptType="all" refPtType="all" refType="h" refFor="ch" refForName="circle5" op="none" fact="0.250000" val="0"/>
              </dgm:constrLst>
            </dgm:if>
            <dgm:else name="Name44"/>
          </dgm:choose>
          <dgm:layoutNode name="circle5" styleLbl="node1">
            <dgm:alg type="sp"/>
            <dgm:shape rot="0.000000" type="ellipse" r:blip="" blipPhldr="0" lkTxEntry="0" zOrderOff="0" hideGeom="0">
              <dgm:adjLst/>
            </dgm:shape>
            <dgm:presOf axis="ch desOrSelf" ptType="node node" st="5 1" cnt="1 0"/>
            <dgm:constrLst>
              <dgm:constr type="h" for="self" ptType="all" refPtType="all" refType="w" refFor="self" op="none" fact="1.000000" val="0"/>
            </dgm:constrLst>
            <dgm:ruleLst/>
          </dgm:layoutNode>
          <dgm:layoutNode name="c5text">
            <dgm:alg type="tx"/>
            <dgm:shape rot="0.000000" type="rect" r:blip="" blipPhldr="0" lkTxEntry="0" zOrderOff="0" hideGeom="1">
              <dgm:adjLst/>
            </dgm:shape>
            <dgm:presOf axis="ch desOrSelf" ptType="node node" st="5 1" cnt="1 0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</dgm:layoutNode>
      </dgm:if>
      <dgm:else name="Name45"/>
    </dgm:choose>
    <dgm:choose name="Name46">
      <dgm:if name="Name47" axis="ch" ptType="node" func="cnt" arg="none" op="gte" val="6">
        <dgm:layoutNode name="comp6">
          <dgm:alg type="composite"/>
          <dgm:shape rot="0.000000" type="none" r:blip="" blipPhldr="0" lkTxEntry="0" zOrderOff="0" hideGeom="0">
            <dgm:adjLst/>
          </dgm:shape>
          <dgm:presOf/>
          <dgm:ruleLst/>
          <dgm:choose name="Name48">
            <dgm:if name="Name49" axis="ch" ptType="node" func="cnt" arg="none" op="equ" val="6">
              <dgm:constrLst>
                <dgm:constr type="w" for="ch" forName="circle6" ptType="all" refPtType="all" refType="w" refFor="self" op="none" fact="1.000000" val="0"/>
                <dgm:constr type="h" for="ch" forName="circle6" ptType="all" refPtType="all" refType="h" refFor="self" op="none" fact="1.000000" val="0"/>
                <dgm:constr type="ctrX" for="ch" forName="circle6" ptType="all" refPtType="all" refType="w" refFor="self" op="none" fact="0.500000" val="0"/>
                <dgm:constr type="ctrY" for="ch" forName="circle6" ptType="all" refPtType="all" refType="h" refFor="self" op="none" fact="0.500000" val="0"/>
                <dgm:constr type="ctrX" for="ch" forName="c6text" ptType="all" refPtType="all" refType="w" refFor="self" op="none" fact="0.500000" val="0"/>
                <dgm:constr type="ctrY" for="ch" forName="c6text" ptType="all" refPtType="all" refType="h" refFor="self" op="none" fact="0.500000" val="0"/>
                <dgm:constr type="w" for="ch" forName="c6text" ptType="all" refPtType="all" refType="w" refFor="ch" refForName="circle6" op="none" fact="0.707110" val="0"/>
                <dgm:constr type="h" for="ch" forName="c6text" ptType="all" refPtType="all" refType="h" refFor="ch" refForName="circle6" op="none" fact="0.500000" val="0"/>
              </dgm:constrLst>
            </dgm:if>
            <dgm:if name="Name50" axis="ch" ptType="node" func="cnt" arg="none" op="gte" val="7">
              <dgm:constrLst>
                <dgm:constr type="w" for="ch" forName="circle6" ptType="all" refPtType="all" refType="w" refFor="self" op="none" fact="1.000000" val="0"/>
                <dgm:constr type="h" for="ch" forName="circle6" ptType="all" refPtType="all" refType="h" refFor="self" op="none" fact="1.000000" val="0"/>
                <dgm:constr type="ctrX" for="ch" forName="circle6" ptType="all" refPtType="all" refType="w" refFor="self" op="none" fact="0.500000" val="0"/>
                <dgm:constr type="ctrY" for="ch" forName="circle6" ptType="all" refPtType="all" refType="h" refFor="self" op="none" fact="0.500000" val="0"/>
                <dgm:constr type="ctrX" for="ch" forName="c6text" ptType="all" refPtType="all" refType="w" refFor="self" op="none" fact="0.500000" val="0"/>
                <dgm:constr type="ctrY" for="ch" forName="c6text" ptType="all" refPtType="all" refType="h" refFor="self" op="none" fact="0.270000" val="0"/>
                <dgm:constr type="w" for="ch" forName="c6text" ptType="all" refPtType="all" refType="w" refFor="ch" refForName="circle6" op="none" fact="0.680000" val="0"/>
                <dgm:constr type="h" for="ch" forName="c6text" ptType="all" refPtType="all" refType="h" refFor="ch" refForName="circle6" op="none" fact="0.241000" val="0"/>
              </dgm:constrLst>
            </dgm:if>
            <dgm:else name="Name51"/>
          </dgm:choose>
          <dgm:layoutNode name="circle6" styleLbl="node1">
            <dgm:alg type="sp"/>
            <dgm:shape rot="0.000000" type="ellipse" r:blip="" blipPhldr="0" lkTxEntry="0" zOrderOff="0" hideGeom="0">
              <dgm:adjLst/>
            </dgm:shape>
            <dgm:presOf axis="ch desOrSelf" ptType="node node" st="6 1" cnt="1 0"/>
            <dgm:constrLst>
              <dgm:constr type="h" for="self" ptType="all" refPtType="all" refType="w" refFor="self" op="none" fact="1.000000" val="0"/>
            </dgm:constrLst>
            <dgm:ruleLst/>
          </dgm:layoutNode>
          <dgm:layoutNode name="c6text">
            <dgm:alg type="tx"/>
            <dgm:shape rot="0.000000" type="rect" r:blip="" blipPhldr="0" lkTxEntry="0" zOrderOff="0" hideGeom="1">
              <dgm:adjLst/>
            </dgm:shape>
            <dgm:presOf axis="ch desOrSelf" ptType="node node" st="6 1" cnt="1 0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</dgm:layoutNode>
      </dgm:if>
      <dgm:else name="Name52"/>
    </dgm:choose>
    <dgm:choose name="Name53">
      <dgm:if name="Name54" axis="ch" ptType="node" func="cnt" arg="none" op="gte" val="7">
        <dgm:layoutNode name="comp7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w" for="ch" forName="circle7" ptType="all" refPtType="all" refType="w" refFor="self" op="none" fact="1.000000" val="0"/>
            <dgm:constr type="h" for="ch" forName="circle7" ptType="all" refPtType="all" refType="h" refFor="self" op="none" fact="1.000000" val="0"/>
            <dgm:constr type="ctrX" for="ch" forName="circle7" ptType="all" refPtType="all" refType="w" refFor="self" op="none" fact="0.500000" val="0"/>
            <dgm:constr type="ctrY" for="ch" forName="circle7" ptType="all" refPtType="all" refType="h" refFor="self" op="none" fact="0.500000" val="0"/>
            <dgm:constr type="ctrX" for="ch" forName="c7text" ptType="all" refPtType="all" refType="w" refFor="self" op="none" fact="0.500000" val="0"/>
            <dgm:constr type="ctrY" for="ch" forName="c7text" ptType="all" refPtType="all" refType="h" refFor="self" op="none" fact="0.500000" val="0"/>
            <dgm:constr type="w" for="ch" forName="c7text" ptType="all" refPtType="all" refType="w" refFor="ch" refForName="circle7" op="none" fact="0.707110" val="0"/>
            <dgm:constr type="h" for="ch" forName="c7text" ptType="all" refPtType="all" refType="h" refFor="ch" refForName="circle7" op="none" fact="0.500000" val="0"/>
          </dgm:constrLst>
          <dgm:ruleLst/>
          <dgm:layoutNode name="circle7" styleLbl="node1">
            <dgm:alg type="sp"/>
            <dgm:shape rot="0.000000" type="ellipse" r:blip="" blipPhldr="0" lkTxEntry="0" zOrderOff="0" hideGeom="0">
              <dgm:adjLst/>
            </dgm:shape>
            <dgm:presOf axis="ch desOrSelf" ptType="node node" st="7 1" cnt="1 0"/>
            <dgm:constrLst>
              <dgm:constr type="h" for="self" ptType="all" refPtType="all" refType="w" refFor="self" op="none" fact="1.000000" val="0"/>
            </dgm:constrLst>
            <dgm:ruleLst/>
          </dgm:layoutNode>
          <dgm:layoutNode name="c7text">
            <dgm:alg type="tx"/>
            <dgm:shape rot="0.000000" type="rect" r:blip="" blipPhldr="0" lkTxEntry="0" zOrderOff="0" hideGeom="1">
              <dgm:adjLst/>
            </dgm:shape>
            <dgm:presOf axis="ch desOrSelf" ptType="node node" st="7 1" cnt="1 0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24/layout/BulletTimeline">
  <dgm:title val=""/>
  <dgm:desc val=""/>
  <dgm:catLst>
    <dgm:cat type="process" pri="7450"/>
  </dgm:catLst>
  <dgm:sampData>
    <dgm:dataModel>
      <dgm:ptLst>
        <dgm:pt modelId="0" type="doc"/>
        <dgm:pt modelId="10" type="node">
          <dgm:prSet phldr="1" phldrT="Add an event"/>
        </dgm:pt>
        <dgm:pt modelId="11" type="node">
          <dgm:prSet phldr="1" phldrT="Write a description of the significance of this event"/>
        </dgm:pt>
        <dgm:pt modelId="20" type="node">
          <dgm:prSet phldr="1" phldrT="Add an event"/>
        </dgm:pt>
        <dgm:pt modelId="21" type="node">
          <dgm:prSet phldr="1" phldrT="Write a description of the significance of this event"/>
        </dgm:pt>
        <dgm:pt modelId="30" type="node">
          <dgm:prSet phldr="1" phldrT="Add an event"/>
        </dgm:pt>
        <dgm:pt modelId="31" type="node">
          <dgm:prSet phldr="1" phldrT="Write a description of the significance of this event"/>
        </dgm:pt>
        <dgm:pt modelId="40" type="node">
          <dgm:prSet phldr="1" phldrT="Add an event"/>
        </dgm:pt>
        <dgm:pt modelId="41" type="node">
          <dgm:prSet phldr="1" phldrT="Write a description of the significance of this event"/>
        </dgm:pt>
        <dgm:pt modelId="50" type="node">
          <dgm:prSet phldr="1" phldrT="Add an event"/>
        </dgm:pt>
        <dgm:pt modelId="51" type="node">
          <dgm:prSet phldr="1" phldrT="Write a description of the significance of this event"/>
        </dgm:pt>
      </dgm:ptLst>
      <dgm:cxnLst>
        <dgm:cxn modelId="100" type="parOf" srcId="0" destId="10" srcOrd="0" destOrd="0"/>
        <dgm:cxn modelId="12" type="parOf" srcId="10" destId="11" srcOrd="0" destOrd="0"/>
        <dgm:cxn modelId="101" type="parOf" srcId="0" destId="20" srcOrd="1" destOrd="0"/>
        <dgm:cxn modelId="22" type="parOf" srcId="20" destId="21" srcOrd="0" destOrd="0"/>
        <dgm:cxn modelId="102" type="parOf" srcId="0" destId="30" srcOrd="2" destOrd="0"/>
        <dgm:cxn modelId="32" type="parOf" srcId="30" destId="31" srcOrd="0" destOrd="0"/>
        <dgm:cxn modelId="103" type="parOf" srcId="0" destId="40" srcOrd="3" destOrd="0"/>
        <dgm:cxn modelId="42" type="parOf" srcId="40" destId="41" srcOrd="0" destOrd="0"/>
        <dgm:cxn modelId="104" type="parOf" srcId="0" destId="50" srcOrd="4" destOrd="0"/>
        <dgm:cxn modelId="52" type="parOf" srcId="50" destId="51" srcOrd="0" destOrd="0"/>
      </dgm:cxnLst>
      <dgm:bg/>
      <dgm:whole/>
    </dgm:dataModel>
  </dgm:sampData>
  <dgm:styleData>
    <dgm:dataModel>
      <dgm:ptLst>
        <dgm:pt modelId="0" type="doc"/>
        <dgm:pt modelId="10" type="node">
          <dgm:prSet phldr="1"/>
        </dgm:pt>
        <dgm:pt modelId="20" type="node">
          <dgm:prSet phldr="1"/>
        </dgm:pt>
      </dgm:ptLst>
      <dgm:cxnLst>
        <dgm:cxn modelId="60" type="parOf" srcId="0" destId="10" srcOrd="0" destOrd="0"/>
        <dgm:cxn modelId="70" type="parOf" srcId="0" destId="20" srcOrd="1" destOrd="0"/>
      </dgm:cxnLst>
      <dgm:bg/>
      <dgm:whole/>
    </dgm:dataModel>
  </dgm:styleData>
  <dgm:clrData>
    <dgm:dataModel>
      <dgm:ptLst>
        <dgm:pt modelId="0" type="doc"/>
        <dgm:pt modelId="10" type="node">
          <dgm:prSet phldr="1"/>
        </dgm:pt>
        <dgm:pt modelId="20" type="node">
          <dgm:prSet phldr="1"/>
        </dgm:pt>
        <dgm:pt modelId="30" type="node">
          <dgm:prSet phldr="1"/>
        </dgm:pt>
        <dgm:pt modelId="40" type="node">
          <dgm:prSet phldr="1"/>
        </dgm:pt>
      </dgm:ptLst>
      <dgm:cxnLst>
        <dgm:cxn modelId="60" type="parOf" srcId="0" destId="10" srcOrd="0" destOrd="0"/>
        <dgm:cxn modelId="70" type="parOf" srcId="0" destId="20" srcOrd="1" destOrd="0"/>
        <dgm:cxn modelId="80" type="parOf" srcId="0" destId="30" srcOrd="2" destOrd="0"/>
        <dgm:cxn modelId="90" type="parOf" srcId="0" destId="40" srcOrd="3" destOrd="0"/>
      </dgm:cxnLst>
      <dgm:bg/>
      <dgm:whole/>
    </dgm:dataModel>
  </dgm:clrData>
  <dgm:layoutNode name="root">
    <dgm:alg type="composite"/>
    <dgm:shape rot="0.000000" type="none" r:blip="" blipPhldr="0" lkTxEntry="0" zOrderOff="0" hideGeom="0">
      <dgm:adjLst/>
    </dgm:shape>
    <dgm:constrLst>
      <dgm:constr type="w" for="ch" forName="divider" ptType="all" refPtType="all" refType="w" refFor="self" op="none" fact="1.000000" val="0"/>
      <dgm:constr type="h" for="ch" forName="divider" ptType="all" refPtType="all" refType="h" refFor="self" op="none" fact="0.100000" val="0"/>
      <dgm:constr type="ctrY" for="ch" forName="divider" ptType="all" refPtType="all" refType="h" refFor="self" op="none" fact="0.500000" val="0"/>
      <dgm:constr type="l" for="ch" forName="divider" ptType="all" refPtType="all" refType="none" refFor="self" op="none" fact="1.000000" val="0"/>
      <dgm:constr type="w" for="ch" forName="nodes" ptType="all" refPtType="all" refType="w" refFor="self" op="none" fact="1.000000" val="0"/>
      <dgm:constr type="h" for="ch" forName="nodes" ptType="all" refPtType="all" refType="h" refFor="self" op="none" fact="0.800000" val="0"/>
      <dgm:constr type="ctrY" for="ch" forName="nodes" ptType="all" refPtType="all" refType="h" refFor="self" op="none" fact="0.500000" val="0"/>
    </dgm:constrLst>
    <dgm:varLst>
      <dgm:dir val="norm"/>
      <dgm:animLvl val="lvl"/>
    </dgm:varLst>
    <dgm:layoutNode name="divider">
      <dgm:alg type="composite"/>
      <dgm:shape rot="0.000000" type="none" r:blip="" blipPhldr="0" lkTxEntry="0" zOrderOff="0" hideGeom="0">
        <dgm:adjLst/>
      </dgm:shape>
      <dgm:presOf/>
      <dgm:ruleLst/>
      <dgm:choose name="DividerDirection">
        <dgm:if name="DividerLTR" func="var" arg="dir" op="equ" val="norm">
          <dgm:constrLst>
            <dgm:constr type="w" for="ch" forName="rectBar" ptType="all" refPtType="all" refType="w" refFor="self" op="none" fact="0.996000" val="0"/>
            <dgm:constr type="h" for="ch" forName="rectBar" ptType="all" refPtType="all" refType="h" refFor="self" op="none" fact="0.100000" val="0"/>
            <dgm:constr type="l" for="ch" forName="rectBar" ptType="all" refPtType="all" refType="none" refFor="self" op="none" fact="1.000000" val="0"/>
            <dgm:constr type="ctrY" for="ch" forName="rectBar" ptType="all" refPtType="all" refType="h" refFor="self" op="none" fact="0.500000" val="0"/>
            <dgm:constr type="w" for="ch" forName="chevronArrow" ptType="all" refPtType="all" refType="h" refFor="self" op="none" fact="0.600000" val="0"/>
            <dgm:constr type="h" for="ch" forName="chevronArrow" ptType="all" refPtType="all" refType="h" refFor="self" op="none" fact="0.800000" val="0"/>
            <dgm:constr type="r" for="ch" forName="chevronArrow" ptType="all" refPtType="all" refType="w" refFor="self" op="none" fact="1.000000" val="0"/>
            <dgm:constr type="ctrY" for="ch" forName="chevronArrow" ptType="all" refPtType="all" refType="h" refFor="self" op="none" fact="0.500000" val="0"/>
          </dgm:constrLst>
        </dgm:if>
        <dgm:else name="DividerRTL">
          <dgm:constrLst>
            <dgm:constr type="w" for="ch" forName="rectBar" ptType="all" refPtType="all" refType="w" refFor="self" op="none" fact="0.996000" val="0"/>
            <dgm:constr type="h" for="ch" forName="rectBar" ptType="all" refPtType="all" refType="h" refFor="self" op="none" fact="0.100000" val="0"/>
            <dgm:constr type="r" for="ch" forName="rectBar" ptType="all" refPtType="all" refType="w" refFor="self" op="none" fact="1.000000" val="0"/>
            <dgm:constr type="ctrY" for="ch" forName="rectBar" ptType="all" refPtType="all" refType="h" refFor="self" op="none" fact="0.500000" val="0"/>
            <dgm:constr type="w" for="ch" forName="chevronArrow" ptType="all" refPtType="all" refType="h" refFor="self" op="none" fact="0.600000" val="0"/>
            <dgm:constr type="h" for="ch" forName="chevronArrow" ptType="all" refPtType="all" refType="h" refFor="self" op="none" fact="0.800000" val="0"/>
            <dgm:constr type="l" for="ch" forName="chevronArrow" ptType="all" refPtType="all" refType="none" refFor="self" op="none" fact="1.000000" val="0"/>
            <dgm:constr type="ctrY" for="ch" forName="chevronArrow" ptType="all" refPtType="all" refType="h" refFor="self" op="none" fact="0.500000" val="0"/>
          </dgm:constrLst>
        </dgm:else>
      </dgm:choose>
      <dgm:layoutNode name="rectBar" styleLbl="dkBgShp">
        <dgm:alg type="sp"/>
        <dgm:shape rot="0.000000" type="rect" r:blip="" blipPhldr="0" lkTxEntry="0" zOrderOff="-1" hideGeom="0">
          <dgm:adjLst/>
        </dgm:shape>
        <dgm:presOf/>
        <dgm:constrLst/>
        <dgm:ruleLst/>
      </dgm:layoutNode>
      <dgm:layoutNode name="chevronArrow" styleLbl="dkBgShp">
        <dgm:alg type="sp"/>
        <dgm:presOf/>
        <dgm:constrLst/>
        <dgm:ruleLst/>
        <dgm:choose name="ChevronDir">
          <dgm:if name="ChevronLTR" func="var" arg="dir" op="equ" val="norm">
            <dgm:shape rot="0.000000" type="chevron" r:blip="" blipPhldr="0" lkTxEntry="0" zOrderOff="-1" hideGeom="0">
              <dgm:adjLst>
                <dgm:adj idx="1" val="0.750000"/>
              </dgm:adjLst>
            </dgm:shape>
          </dgm:if>
          <dgm:else name="ChevronRTL">
            <dgm:shape rot="180.000000" type="chevron" r:blip="" blipPhldr="0" lkTxEntry="0" zOrderOff="-1" hideGeom="0">
              <dgm:adjLst>
                <dgm:adj idx="1" val="0.750000"/>
              </dgm:adjLst>
            </dgm:shape>
          </dgm:else>
        </dgm:choose>
      </dgm:layoutNode>
    </dgm:layoutNode>
    <dgm:layoutNode name="nodes">
      <dgm:shape rot="0.000000" type="none" r:blip="" blipPhldr="0" lkTxEntry="0" zOrderOff="0" hideGeom="0">
        <dgm:adjLst/>
      </dgm:shape>
      <dgm:constrLst>
        <dgm:constr type="primFontSz" for="des" forName="L1TextContainer" ptType="all" refPtType="all" refType="none" refFor="self" op="none" fact="1.000000" val="20"/>
        <dgm:constr type="primFontSz" for="des" forName="L2TextContainer" ptType="all" refPtType="all" refType="primFontSz" refFor="des" refForName="L1TextContainer" op="equ" fact="0.750000" val="0"/>
        <dgm:constr type="w" for="ch" forName="composite" ptType="all" refPtType="all" refType="w" refFor="self" op="none" fact="1.000000" val="0"/>
        <dgm:constr type="h" for="ch" forName="composite" ptType="all" refPtType="all" refType="h" refFor="self" op="none" fact="1.000000" val="0"/>
        <dgm:constr type="w" for="ch" forName="spaceBetweenRectangles" ptType="all" refPtType="all" refType="w" refFor="ch" refForName="composite" op="none" fact="-0.500000" val="0"/>
        <dgm:constr type="w" for="ch" ptType="sibTrans" refPtType="all" refType="none" refFor="self" op="equ" fact="1.000000" val="0"/>
        <dgm:constr type="primFontSz" for="des" forName="L1TextContainer" ptType="all" refPtType="all" refType="none" refFor="self" op="equ" fact="1.000000" val="0"/>
        <dgm:constr type="primFontSz" for="des" forName="L2TextContainer" ptType="all" refPtType="all" refType="none" refFor="self" op="equ" fact="1.000000" val="0"/>
        <dgm:constr type="primFontSz" for="des" forName="L1TextContainer1" ptType="all" refPtType="all" refType="none" refFor="self" op="none" fact="1.000000" val="20"/>
        <dgm:constr type="primFontSz" for="des" forName="L2TextContainer1" ptType="all" refPtType="all" refType="primFontSz" refFor="des" refForName="L1TextContainer1" op="equ" fact="0.750000" val="0"/>
        <dgm:constr type="w" for="ch" forName="composite1" ptType="all" refPtType="all" refType="w" refFor="self" op="none" fact="1.000000" val="0"/>
        <dgm:constr type="h" for="ch" forName="composite1" ptType="all" refPtType="all" refType="h" refFor="self" op="none" fact="1.000000" val="0"/>
        <dgm:constr type="w" for="ch" forName="spaceBetweenRectangles1" ptType="all" refPtType="all" refType="w" refFor="ch" refForName="composite1" op="none" fact="0.280000" val="0"/>
        <dgm:constr type="primFontSz" for="des" forName="L1TextContainer1" ptType="all" refPtType="all" refType="none" refFor="self" op="equ" fact="1.000000" val="0"/>
        <dgm:constr type="primFontSz" for="des" forName="L2TextContainer1" ptType="all" refPtType="all" refType="none" refFor="self" op="equ" fact="1.000000" val="0"/>
      </dgm:constrLst>
      <dgm:varLst>
        <dgm:chMax val="0"/>
        <dgm:chPref val="0"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choose name="LayoutBasedOnCountOfNodes">
        <dgm:if name="LessThanOrEqualToTwoNodes" axis="ch" ptType="node" func="cnt" arg="none" op="lte" val="2">
          <dgm:forEach name="nodesForEach1" axis="ch" ptType="node">
            <dgm:layoutNode name="composite1">
              <dgm:alg type="composite"/>
              <dgm:shape rot="0.000000" type="none" r:blip="" blipPhldr="0" lkTxEntry="0" zOrderOff="0" hideGeom="0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arg="none" op="equ" val="1">
                      <dgm:constrLst>
                        <dgm:constr type="w" for="ch" forName="ConnectorPoint1" ptType="all" refPtType="all" refType="h" refFor="ch" refForName="DropPinPlaceHolder1" op="none" fact="0.325000" val="0"/>
                        <dgm:constr type="h" for="ch" forName="ConnectorPoint1" ptType="all" refPtType="all" refType="h" refFor="ch" refForName="DropPinPlaceHolder1" op="none" fact="0.325000" val="0"/>
                        <dgm:constr type="ctrX" for="ch" forName="ConnectorPoint1" ptType="all" refPtType="all" refType="ctrX" refFor="ch" refForName="ConnectLine1" op="none" fact="1.000000" val="0"/>
                        <dgm:constr type="ctrY" for="ch" forName="ConnectorPoint1" ptType="all" refPtType="all" refType="h" refFor="self" op="none" fact="0.500000" val="0"/>
                        <dgm:constr type="w" for="ch" forName="DropPinPlaceHolder1" ptType="all" refPtType="all" refType="h" refFor="self" op="none" fact="0.160000" val="0"/>
                        <dgm:constr type="h" for="ch" forName="DropPinPlaceHolder1" ptType="all" refPtType="all" refType="h" refFor="self" op="none" fact="0.160000" val="0"/>
                        <dgm:constr type="t" for="ch" forName="DropPinPlaceHolder1" ptType="all" refPtType="all" refType="h" refFor="self" op="none" fact="0.000000" val="0"/>
                        <dgm:constr type="l" for="ch" forName="DropPinPlaceHolder1" ptType="all" refPtType="all" refType="w" refFor="self" op="none" fact="0.000000" val="0"/>
                        <dgm:constr type="w" for="ch" forName="L2TextContainer1" ptType="all" refPtType="all" refType="w" refFor="self" op="none" fact="0.830000" val="0"/>
                        <dgm:constr type="l" for="ch" forName="L2TextContainer1" ptType="all" refPtType="all" refType="r" refFor="ch" refForName="DropPinPlaceHolder1" op="none" fact="1.000000" val="0"/>
                        <dgm:constr type="t" for="ch" forName="L2TextContainer1" ptType="all" refPtType="all" refType="h" refFor="self" op="none" fact="0.160000" val="0"/>
                        <dgm:constr type="b" for="ch" forName="L2TextContainer1" ptType="all" refPtType="all" refType="h" refFor="self" op="none" fact="0.450000" val="0"/>
                        <dgm:constr type="w" for="ch" forName="L1TextContainer1" ptType="all" refPtType="all" refType="w" refFor="self" op="none" fact="0.830000" val="0"/>
                        <dgm:constr type="l" for="ch" forName="L1TextContainer1" ptType="all" refPtType="all" refType="r" refFor="ch" refForName="DropPinPlaceHolder1" op="none" fact="1.000000" val="0"/>
                        <dgm:constr type="t" for="ch" forName="L1TextContainer1" ptType="all" refPtType="all" refType="h" refFor="self" op="none" fact="0.010000" val="0"/>
                        <dgm:constr type="b" for="ch" forName="L1TextContainer1" ptType="all" refPtType="all" refType="h" refFor="self" op="none" fact="0.160000" val="0"/>
                        <dgm:constr type="w" for="ch" forName="ConnectLine1" ptType="all" refPtType="all" refType="h" refFor="self" op="none" fact="0.010000" val="0"/>
                        <dgm:constr type="ctrX" for="ch" forName="ConnectLine1" ptType="all" refPtType="all" refType="ctrX" refFor="ch" refForName="DropPinPlaceHolder1" op="none" fact="1.000000" val="0"/>
                        <dgm:constr type="b" for="ch" forName="ConnectLine1" ptType="all" refPtType="all" refType="h" refFor="self" op="none" fact="0.500000" val="0"/>
                        <dgm:constr type="t" for="ch" forName="ConnectLine1" ptType="all" refPtType="all" refType="b" refFor="ch" refForName="DropPinPlaceHolder1" op="none" fact="0.000000" val="0"/>
                        <dgm:constr type="w" for="ch" forName="EmptyPlaceHolder1" ptType="all" refPtType="all" refType="w" refFor="self" op="none" fact="1.000000" val="0"/>
                        <dgm:constr type="h" for="ch" forName="EmptyPlaceHolder1" ptType="all" refPtType="all" refType="h" refFor="self" op="none" fact="0.500000" val="0"/>
                        <dgm:constr type="t" for="ch" forName="EmptyPlaceHolder1" ptType="all" refPtType="all" refType="h" refFor="self" op="none" fact="0.500000" val="0"/>
                      </dgm:constrLst>
                    </dgm:if>
                    <dgm:else name="CaseForPlacingNodeBelowDividerLTR1">
                      <dgm:constrLst>
                        <dgm:constr type="w" for="ch" forName="ConnectorPoint1" ptType="all" refPtType="all" refType="h" refFor="ch" refForName="DropPinPlaceHolder1" op="none" fact="0.325000" val="0"/>
                        <dgm:constr type="h" for="ch" forName="ConnectorPoint1" ptType="all" refPtType="all" refType="h" refFor="ch" refForName="DropPinPlaceHolder1" op="none" fact="0.325000" val="0"/>
                        <dgm:constr type="ctrX" for="ch" forName="ConnectorPoint1" ptType="all" refPtType="all" refType="ctrX" refFor="ch" refForName="ConnectLine1" op="none" fact="1.000000" val="0"/>
                        <dgm:constr type="ctrY" for="ch" forName="ConnectorPoint1" ptType="all" refPtType="all" refType="h" refFor="self" op="none" fact="0.500000" val="0"/>
                        <dgm:constr type="w" for="ch" forName="DropPinPlaceHolder1" ptType="all" refPtType="all" refType="h" refFor="self" op="none" fact="0.160000" val="0"/>
                        <dgm:constr type="h" for="ch" forName="DropPinPlaceHolder1" ptType="all" refPtType="all" refType="h" refFor="self" op="none" fact="0.160000" val="0"/>
                        <dgm:constr type="b" for="ch" forName="DropPinPlaceHolder1" ptType="all" refPtType="all" refType="h" refFor="self" op="none" fact="1.000000" val="0"/>
                        <dgm:constr type="l" for="ch" forName="DropPinPlaceHolder1" ptType="all" refPtType="all" refType="w" refFor="self" op="none" fact="0.000000" val="0"/>
                        <dgm:constr type="w" for="ch" forName="L1TextContainer1" ptType="all" refPtType="all" refType="w" refFor="self" op="none" fact="0.830000" val="0"/>
                        <dgm:constr type="l" for="ch" forName="L1TextContainer1" ptType="all" refPtType="all" refType="r" refFor="ch" refForName="DropPinPlaceHolder1" op="none" fact="1.000000" val="0"/>
                        <dgm:constr type="b" for="ch" forName="L1TextContainer1" ptType="all" refPtType="all" refType="h" refFor="self" op="none" fact="0.755000" val="0"/>
                        <dgm:constr type="t" for="ch" forName="L1TextContainer1" ptType="all" refPtType="all" refType="h" refFor="self" op="none" fact="0.600000" val="0"/>
                        <dgm:constr type="w" for="ch" forName="L2TextContainer1" ptType="all" refPtType="all" refType="w" refFor="self" op="none" fact="0.830000" val="0"/>
                        <dgm:constr type="l" for="ch" forName="L2TextContainer1" ptType="all" refPtType="all" refType="r" refFor="ch" refForName="DropPinPlaceHolder1" op="none" fact="1.000000" val="0"/>
                        <dgm:constr type="b" for="ch" forName="L2TextContainer1" ptType="all" refPtType="all" refType="h" refFor="self" op="none" fact="0.990000" val="0"/>
                        <dgm:constr type="t" for="ch" forName="L2TextContainer1" ptType="all" refPtType="all" refType="h" refFor="self" op="none" fact="0.755000" val="0"/>
                        <dgm:constr type="w" for="ch" forName="ConnectLine1" ptType="all" refPtType="all" refType="h" refFor="self" op="none" fact="0.010000" val="0"/>
                        <dgm:constr type="ctrX" for="ch" forName="ConnectLine1" ptType="all" refPtType="all" refType="ctrX" refFor="ch" refForName="DropPinPlaceHolder1" op="none" fact="1.000000" val="0"/>
                        <dgm:constr type="t" for="ch" forName="ConnectLine1" ptType="all" refPtType="all" refType="h" refFor="self" op="none" fact="0.500000" val="0"/>
                        <dgm:constr type="b" for="ch" forName="ConnectLine1" ptType="all" refPtType="all" refType="b" refFor="ch" refForName="DropPinPlaceHolder1" op="none" fact="1.000000" val="0"/>
                        <dgm:constr type="w" for="ch" forName="EmptyPlaceHolder1" ptType="all" refPtType="all" refType="w" refFor="self" op="none" fact="1.000000" val="0"/>
                        <dgm:constr type="h" for="ch" forName="EmptyPlaceHolder1" ptType="all" refPtType="all" refType="h" refFor="self" op="none" fact="0.500000" val="0"/>
                        <dgm:constr type="t" for="ch" forName="EmptyPlaceHolder1" ptType="all" refPtType="all" refType="h" refFor="self" op="none" fact="0.000000" val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arg="none" op="equ" val="1">
                      <dgm:constrLst>
                        <dgm:constr type="w" for="ch" forName="L1TextContainer1" ptType="all" refPtType="all" refType="w" refFor="self" op="none" fact="0.830000" val="0"/>
                        <dgm:constr type="l" for="ch" forName="L1TextContainer1" ptType="all" refPtType="all" refType="w" refFor="self" op="none" fact="0.000000" val="0"/>
                        <dgm:constr type="t" for="ch" forName="L1TextContainer1" ptType="all" refPtType="all" refType="h" refFor="self" op="none" fact="0.010000" val="0"/>
                        <dgm:constr type="b" for="ch" forName="L1TextContainer1" ptType="all" refPtType="all" refType="h" refFor="self" op="none" fact="0.160000" val="0"/>
                        <dgm:constr type="w" for="ch" forName="L2TextContainer1" ptType="all" refPtType="all" refType="w" refFor="self" op="none" fact="0.830000" val="0"/>
                        <dgm:constr type="l" for="ch" forName="L2TextContainer1" ptType="all" refPtType="all" refType="w" refFor="self" op="none" fact="0.000000" val="0"/>
                        <dgm:constr type="t" for="ch" forName="L2TextContainer1" ptType="all" refPtType="all" refType="h" refFor="self" op="none" fact="0.160000" val="0"/>
                        <dgm:constr type="b" for="ch" forName="L2TextContainer1" ptType="all" refPtType="all" refType="h" refFor="self" op="none" fact="0.450000" val="0"/>
                        <dgm:constr type="w" for="ch" forName="DropPinPlaceHolder1" ptType="all" refPtType="all" refType="h" refFor="self" op="none" fact="0.160000" val="0"/>
                        <dgm:constr type="h" for="ch" forName="DropPinPlaceHolder1" ptType="all" refPtType="all" refType="h" refFor="self" op="none" fact="0.160000" val="0"/>
                        <dgm:constr type="t" for="ch" forName="DropPinPlaceHolder1" ptType="all" refPtType="all" refType="h" refFor="self" op="none" fact="0.000000" val="0"/>
                        <dgm:constr type="r" for="ch" forName="DropPinPlaceHolder1" ptType="all" refPtType="all" refType="w" refFor="self" op="none" fact="1.000000" val="0"/>
                        <dgm:constr type="w" for="ch" forName="ConnectLine1" ptType="all" refPtType="all" refType="h" refFor="self" op="none" fact="0.010000" val="0"/>
                        <dgm:constr type="ctrX" for="ch" forName="ConnectLine1" ptType="all" refPtType="all" refType="ctrX" refFor="ch" refForName="DropPinPlaceHolder1" op="none" fact="1.000000" val="0"/>
                        <dgm:constr type="b" for="ch" forName="ConnectLine1" ptType="all" refPtType="all" refType="h" refFor="self" op="none" fact="0.500000" val="0"/>
                        <dgm:constr type="t" for="ch" forName="ConnectLine1" ptType="all" refPtType="all" refType="b" refFor="ch" refForName="DropPinPlaceHolder1" op="none" fact="0.000000" val="0"/>
                        <dgm:constr type="w" for="ch" forName="ConnectorPoint1" ptType="all" refPtType="all" refType="h" refFor="ch" refForName="DropPinPlaceHolder1" op="none" fact="0.325000" val="0"/>
                        <dgm:constr type="h" for="ch" forName="ConnectorPoint1" ptType="all" refPtType="all" refType="h" refFor="ch" refForName="DropPinPlaceHolder1" op="none" fact="0.325000" val="0"/>
                        <dgm:constr type="ctrX" for="ch" forName="ConnectorPoint1" ptType="all" refPtType="all" refType="ctrX" refFor="ch" refForName="ConnectLine1" op="none" fact="1.000000" val="0"/>
                        <dgm:constr type="ctrY" for="ch" forName="ConnectorPoint1" ptType="all" refPtType="all" refType="h" refFor="self" op="none" fact="0.500000" val="0"/>
                        <dgm:constr type="w" for="ch" forName="EmptyPlaceHolder1" ptType="all" refPtType="all" refType="w" refFor="self" op="none" fact="1.000000" val="0"/>
                        <dgm:constr type="h" for="ch" forName="EmptyPlaceHolder1" ptType="all" refPtType="all" refType="h" refFor="self" op="none" fact="0.500000" val="0"/>
                        <dgm:constr type="t" for="ch" forName="EmptyPlaceHolder1" ptType="all" refPtType="all" refType="h" refFor="self" op="none" fact="0.500000" val="0"/>
                      </dgm:constrLst>
                    </dgm:if>
                    <dgm:else name="CaseForPlacingNodeBelowDividerRTL1">
                      <dgm:constrLst>
                        <dgm:constr type="w" for="ch" forName="L1TextContainer1" ptType="all" refPtType="all" refType="w" refFor="self" op="none" fact="0.830000" val="0"/>
                        <dgm:constr type="l" for="ch" forName="L1TextContainer1" ptType="all" refPtType="all" refType="w" refFor="self" op="none" fact="0.000000" val="0"/>
                        <dgm:constr type="b" for="ch" forName="L1TextContainer1" ptType="all" refPtType="all" refType="h" refFor="self" op="none" fact="0.755000" val="0"/>
                        <dgm:constr type="t" for="ch" forName="L1TextContainer1" ptType="all" refPtType="all" refType="h" refFor="self" op="none" fact="0.600000" val="0"/>
                        <dgm:constr type="w" for="ch" forName="L2TextContainer1" ptType="all" refPtType="all" refType="w" refFor="self" op="none" fact="0.830000" val="0"/>
                        <dgm:constr type="l" for="ch" forName="L2TextContainer1" ptType="all" refPtType="all" refType="w" refFor="self" op="none" fact="0.000000" val="0"/>
                        <dgm:constr type="b" for="ch" forName="L2TextContainer1" ptType="all" refPtType="all" refType="h" refFor="self" op="none" fact="0.990000" val="0"/>
                        <dgm:constr type="t" for="ch" forName="L2TextContainer1" ptType="all" refPtType="all" refType="h" refFor="self" op="none" fact="0.755000" val="0"/>
                        <dgm:constr type="w" for="ch" forName="DropPinPlaceHolder1" ptType="all" refPtType="all" refType="h" refFor="self" op="none" fact="0.160000" val="0"/>
                        <dgm:constr type="h" for="ch" forName="DropPinPlaceHolder1" ptType="all" refPtType="all" refType="h" refFor="self" op="none" fact="0.160000" val="0"/>
                        <dgm:constr type="b" for="ch" forName="DropPinPlaceHolder1" ptType="all" refPtType="all" refType="h" refFor="self" op="none" fact="1.000000" val="0"/>
                        <dgm:constr type="r" for="ch" forName="DropPinPlaceHolder1" ptType="all" refPtType="all" refType="w" refFor="self" op="none" fact="1.000000" val="0"/>
                        <dgm:constr type="w" for="ch" forName="ConnectLine1" ptType="all" refPtType="all" refType="h" refFor="self" op="none" fact="0.010000" val="0"/>
                        <dgm:constr type="ctrX" for="ch" forName="ConnectLine1" ptType="all" refPtType="all" refType="ctrX" refFor="ch" refForName="DropPinPlaceHolder1" op="none" fact="1.000000" val="0"/>
                        <dgm:constr type="t" for="ch" forName="ConnectLine1" ptType="all" refPtType="all" refType="h" refFor="self" op="none" fact="0.500000" val="0"/>
                        <dgm:constr type="b" for="ch" forName="ConnectLine1" ptType="all" refPtType="all" refType="b" refFor="ch" refForName="DropPinPlaceHolder1" op="none" fact="1.000000" val="0"/>
                        <dgm:constr type="w" for="ch" forName="ConnectorPoint1" ptType="all" refPtType="all" refType="h" refFor="ch" refForName="DropPinPlaceHolder1" op="none" fact="0.325000" val="0"/>
                        <dgm:constr type="h" for="ch" forName="ConnectorPoint1" ptType="all" refPtType="all" refType="h" refFor="ch" refForName="DropPinPlaceHolder1" op="none" fact="0.325000" val="0"/>
                        <dgm:constr type="ctrX" for="ch" forName="ConnectorPoint1" ptType="all" refPtType="all" refType="ctrX" refFor="ch" refForName="ConnectLine1" op="none" fact="1.000000" val="0"/>
                        <dgm:constr type="ctrY" for="ch" forName="ConnectorPoint1" ptType="all" refPtType="all" refType="h" refFor="self" op="none" fact="0.500000" val="0"/>
                        <dgm:constr type="w" for="ch" forName="EmptyPlaceHolder1" ptType="all" refPtType="all" refType="w" refFor="self" op="none" fact="1.000000" val="0"/>
                        <dgm:constr type="h" for="ch" forName="EmptyPlaceHolder1" ptType="all" refPtType="all" refType="h" refFor="self" op="none" fact="0.500000" val="0"/>
                        <dgm:constr type="t" for="ch" forName="EmptyPlaceHolder1" ptType="all" refPtType="all" refType="h" refFor="self" op="none" fact="0.000000" val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rot="0.000000" type="none" r:blip="" blipPhldr="0" lkTxEntry="0" zOrderOff="0" hideGeom="0">
                  <dgm:adjLst/>
                </dgm:shape>
                <dgm:constrLst>
                  <dgm:constr type="w" for="ch" forName="DropPin1" ptType="all" refPtType="all" refType="w" refFor="self" op="none" fact="0.000000" val="0"/>
                  <dgm:constr type="h" for="ch" forName="DropPin1" ptType="all" refPtType="all" refType="h" refFor="self" op="none" fact="0.000000" val="0"/>
                  <dgm:constr type="ctrX" for="ch" forName="DropPin1" ptType="all" refPtType="all" refType="w" refFor="self" op="none" fact="0.000000" val="0"/>
                  <dgm:constr type="ctrY" for="ch" forName="DropPin1" ptType="all" refPtType="all" refType="h" refFor="self" op="none" fact="0.000000" val="0"/>
                  <dgm:constr type="w" for="ch" forName="Ellipse1" ptType="all" refPtType="all" refType="w" refFor="ch" refForName="DropPin1" op="none" fact="0.000000" val="0"/>
                  <dgm:constr type="h" for="ch" forName="Ellipse1" ptType="all" refPtType="all" refType="w" refFor="ch" refForName="DropPin1" op="none" fact="0.000000" val="0"/>
                  <dgm:constr type="ctrX" for="ch" forName="Ellipse1" ptType="all" refPtType="all" refType="ctrX" refFor="ch" refForName="DropPin1" op="none" fact="0.000000" val="0"/>
                  <dgm:constr type="ctrY" for="ch" forName="Ellipse1" ptType="all" refPtType="all" refType="ctrY" refFor="ch" refForName="DropPin1" op="none" fact="0.000000" val="0"/>
                </dgm:constrLst>
                <dgm:layoutNode name="DropPin1" styleLbl="alignNode1">
                  <dgm:alg type="sp"/>
                  <dgm:presOf/>
                  <dgm:constrLst/>
                  <dgm:choose name="CaseForPlacingTearDropAboveAndBelowDivider1">
                    <dgm:if name="CaseForPlacingTearDropAboveDivider1" axis="self" ptType="node" func="posOdd" arg="none" op="equ" val="1">
                      <dgm:shape rot="135.000000" type="teardrop" r:blip="" blipPhldr="0" lkTxEntry="0" zOrderOff="0" hideGeom="0">
                        <dgm:adjLst>
                          <dgm:adj idx="1" val="1.150000"/>
                        </dgm:adjLst>
                      </dgm:shape>
                    </dgm:if>
                    <dgm:else name="CaseForPlacingTearDropBelowDivider1">
                      <dgm:shape rot="-45.000000" type="teardrop" r:blip="" blipPhldr="0" lkTxEntry="0" zOrderOff="0" hideGeom="0">
                        <dgm:adjLst>
                          <dgm:adj idx="1" val="1.150000"/>
                        </dgm:adjLst>
                      </dgm:shape>
                    </dgm:else>
                  </dgm:choose>
                </dgm:layoutNode>
                <dgm:layoutNode name="Ellipse1" styleLbl="fgAcc1" moveWith="DropPin1">
                  <dgm:alg type="sp"/>
                  <dgm:shape rot="0.000000" type="ellipse" r:blip="" blipPhldr="0" lkTxEntry="0" zOrderOff="0" hideGeom="0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shape rot="0.000000" type="rect" r:blip="" blipPhldr="0" lkTxEntry="0" zOrderOff="0" hideGeom="0">
                  <dgm:adjLst/>
                </dgm:shape>
                <dgm:presOf axis="des" ptType="node"/>
                <dgm:ruleLst>
                  <dgm:rule type="primFontSz" for="self" ptType="all" val="5" fact="NaN" max="NaN"/>
                </dgm:ruleLst>
                <dgm:varLst>
                  <dgm:bulletEnabled val="1"/>
                </dgm:varLst>
                <dgm:choose name="casesForTxtDirLogic1">
                  <dgm:if name="Name771" axis="self" ptType="node" func="posOdd" arg="none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 for="self" ptType="all" refPtType="all" refType="none" refFor="self" op="none" fact="1.000000" val="0"/>
                      <dgm:constr type="rMarg" for="self" ptType="all" refPtType="all" refType="none" refFor="self" op="none" fact="1.000000" val="0"/>
                      <dgm:constr type="tMarg" for="self" ptType="all" refPtType="all" refType="none" refFor="self" op="none" fact="1.000000" val="0"/>
                      <dgm:constr type="bMarg" for="self" ptType="all" refPtType="all" refType="none" refFor="self" op="none" fact="1.000000" val="0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 for="self" ptType="all" refPtType="all" refType="none" refFor="self" op="none" fact="1.000000" val="0"/>
                      <dgm:constr type="rMarg" for="self" ptType="all" refPtType="all" refType="none" refFor="self" op="none" fact="1.000000" val="0"/>
                      <dgm:constr type="tMarg" for="self" ptType="all" refPtType="all" refType="none" refFor="self" op="none" fact="1.000000" val="0"/>
                      <dgm:constr type="bMarg" for="self" ptType="all" refPtType="all" refType="none" refFor="self" op="none" fact="1.000000" val="0"/>
                    </dgm:constrLst>
                  </dgm:else>
                </dgm:choose>
              </dgm:layoutNode>
              <dgm:layoutNode name="L1TextContainer1" styleLbl="revTx">
                <dgm:alg type="tx">
                  <dgm:param type="txAnchorVert" val="mid"/>
                  <dgm:param type="parTxLTRAlign" val="l"/>
                  <dgm:param type="parTxRTLAlign" val="l"/>
                </dgm:alg>
                <dgm:shape rot="0.000000" type="rect" r:blip="" blipPhldr="0" lkTxEntry="0" zOrderOff="0" hideGeom="0">
                  <dgm:adjLst/>
                </dgm:shape>
                <dgm:presOf axis="self"/>
                <dgm:constrLst>
                  <dgm:constr type="lMarg" for="self" ptType="all" refPtType="all" refType="none" refFor="self" op="none" fact="1.000000" val="0"/>
                  <dgm:constr type="rMarg" for="self" ptType="all" refPtType="all" refType="none" refFor="self" op="none" fact="1.000000" val="0"/>
                  <dgm:constr type="tMarg" for="self" ptType="all" refPtType="all" refType="none" refFor="self" op="none" fact="1.000000" val="0"/>
                  <dgm:constr type="bMarg" for="self" ptType="all" refPtType="all" refType="none" refFor="self" op="none" fact="1.000000" val="0"/>
                </dgm:constrLst>
                <dgm:ruleLst>
                  <dgm:rule type="primFontSz" for="self" ptType="all" val="5" fact="NaN" max="NaN"/>
                </dgm:ruleLst>
                <dgm:varLst>
                  <dgm:chMax val="1"/>
                  <dgm:chPref val="1"/>
                  <dgm:bulletEnabled val="1"/>
                </dgm:varLst>
              </dgm:layoutNode>
              <dgm:layoutNode name="ConnectLine1" styleLbl="dkBgShp">
                <dgm:alg type="sp"/>
                <dgm:shape rot="0.000000" type="rect" r:blip="" blipPhldr="0" lkTxEntry="0" zOrderOff="0" hideGeom="0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rot="0.000000" type="none" r:blip="" blipPhldr="0" lkTxEntry="0" zOrderOff="0" hideGeom="0">
                  <dgm:adjLst/>
                </dgm:shape>
                <dgm:presOf/>
                <dgm:constrLst>
                  <dgm:constr type="w" for="ch" forName="Bullet1" ptType="all" refPtType="all" refType="w" refFor="self" op="none" fact="1.000000" val="0"/>
                  <dgm:constr type="h" for="ch" forName="Bullet1" ptType="all" refPtType="all" refType="w" refFor="self" op="none" fact="1.000000" val="0"/>
                  <dgm:constr type="ctrX" for="ch" forName="Bullet1" ptType="all" refPtType="all" refType="w" refFor="self" op="none" fact="0.500000" val="0"/>
                  <dgm:constr type="ctrY" for="ch" forName="Bullet1" ptType="all" refPtType="all" refType="h" refFor="self" op="none" fact="0.500000" val="0"/>
                </dgm:constrLst>
                <dgm:layoutNode name="Bullet1" styleLbl="lnNode1">
                  <dgm:alg type="sp"/>
                  <dgm:shape rot="0.000000" type="ellipse" r:blip="" blipPhldr="0" lkTxEntry="0" zOrderOff="10" hideGeom="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rot="0.000000" type="none" r:blip="" blipPhldr="0" lkTxEntry="0" zOrderOff="0" hideGeom="0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rot="0.000000" type="none" r:blip="" blipPhldr="0" lkTxEntry="0" zOrderOff="0" hideGeom="0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rot="0.000000" type="none" r:blip="" blipPhldr="0" lkTxEntry="0" zOrderOff="0" hideGeom="0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arg="none" op="equ" val="1">
                      <dgm:constrLst>
                        <dgm:constr type="w" for="ch" forName="ConnectorPoint" ptType="all" refPtType="all" refType="h" refFor="ch" refForName="DropPinPlaceHolder" op="none" fact="0.325000" val="0"/>
                        <dgm:constr type="h" for="ch" forName="ConnectorPoint" ptType="all" refPtType="all" refType="h" refFor="ch" refForName="DropPinPlaceHolder" op="none" fact="0.325000" val="0"/>
                        <dgm:constr type="ctrX" for="ch" forName="ConnectorPoint" ptType="all" refPtType="all" refType="ctrX" refFor="ch" refForName="ConnectLine" op="none" fact="1.000000" val="0"/>
                        <dgm:constr type="ctrY" for="ch" forName="ConnectorPoint" ptType="all" refPtType="all" refType="h" refFor="self" op="none" fact="0.500000" val="0"/>
                        <dgm:constr type="w" for="ch" forName="DropPinPlaceHolder" ptType="all" refPtType="all" refType="h" refFor="self" op="none" fact="0.160000" val="0"/>
                        <dgm:constr type="h" for="ch" forName="DropPinPlaceHolder" ptType="all" refPtType="all" refType="h" refFor="self" op="none" fact="0.160000" val="0"/>
                        <dgm:constr type="t" for="ch" forName="DropPinPlaceHolder" ptType="all" refPtType="all" refType="h" refFor="self" op="none" fact="0.000000" val="0"/>
                        <dgm:constr type="l" for="ch" forName="DropPinPlaceHolder" ptType="all" refPtType="all" refType="w" refFor="self" op="none" fact="0.000000" val="0"/>
                        <dgm:constr type="w" for="ch" forName="L2TextContainer" ptType="all" refPtType="all" refType="w" refFor="self" op="none" fact="0.830000" val="0"/>
                        <dgm:constr type="l" for="ch" forName="L2TextContainer" ptType="all" refPtType="all" refType="r" refFor="ch" refForName="DropPinPlaceHolder" op="none" fact="1.000000" val="0"/>
                        <dgm:constr type="t" for="ch" forName="L2TextContainer" ptType="all" refPtType="all" refType="h" refFor="self" op="none" fact="0.160000" val="0"/>
                        <dgm:constr type="b" for="ch" forName="L2TextContainer" ptType="all" refPtType="all" refType="h" refFor="self" op="none" fact="0.450000" val="0"/>
                        <dgm:constr type="w" for="ch" forName="L1TextContainer" ptType="all" refPtType="all" refType="w" refFor="self" op="none" fact="0.830000" val="0"/>
                        <dgm:constr type="l" for="ch" forName="L1TextContainer" ptType="all" refPtType="all" refType="r" refFor="ch" refForName="DropPinPlaceHolder" op="none" fact="1.000000" val="0"/>
                        <dgm:constr type="t" for="ch" forName="L1TextContainer" ptType="all" refPtType="all" refType="h" refFor="self" op="none" fact="0.010000" val="0"/>
                        <dgm:constr type="b" for="ch" forName="L1TextContainer" ptType="all" refPtType="all" refType="h" refFor="self" op="none" fact="0.160000" val="0"/>
                        <dgm:constr type="w" for="ch" forName="ConnectLine" ptType="all" refPtType="all" refType="h" refFor="self" op="none" fact="0.010000" val="0"/>
                        <dgm:constr type="ctrX" for="ch" forName="ConnectLine" ptType="all" refPtType="all" refType="ctrX" refFor="ch" refForName="DropPinPlaceHolder" op="none" fact="1.000000" val="0"/>
                        <dgm:constr type="b" for="ch" forName="ConnectLine" ptType="all" refPtType="all" refType="h" refFor="self" op="none" fact="0.500000" val="0"/>
                        <dgm:constr type="t" for="ch" forName="ConnectLine" ptType="all" refPtType="all" refType="b" refFor="ch" refForName="DropPinPlaceHolder" op="none" fact="0.000000" val="0"/>
                        <dgm:constr type="w" for="ch" forName="EmptyPlaceHolder" ptType="all" refPtType="all" refType="w" refFor="self" op="none" fact="1.000000" val="0"/>
                        <dgm:constr type="h" for="ch" forName="EmptyPlaceHolder" ptType="all" refPtType="all" refType="h" refFor="self" op="none" fact="0.500000" val="0"/>
                        <dgm:constr type="t" for="ch" forName="EmptyPlaceHolder" ptType="all" refPtType="all" refType="h" refFor="self" op="none" fact="0.500000" val="0"/>
                      </dgm:constrLst>
                    </dgm:if>
                    <dgm:else name="CaseForPlacingNodeBelowDividerLTR">
                      <dgm:constrLst>
                        <dgm:constr type="w" for="ch" forName="ConnectorPoint" ptType="all" refPtType="all" refType="h" refFor="ch" refForName="DropPinPlaceHolder" op="none" fact="0.325000" val="0"/>
                        <dgm:constr type="h" for="ch" forName="ConnectorPoint" ptType="all" refPtType="all" refType="h" refFor="ch" refForName="DropPinPlaceHolder" op="none" fact="0.325000" val="0"/>
                        <dgm:constr type="ctrX" for="ch" forName="ConnectorPoint" ptType="all" refPtType="all" refType="ctrX" refFor="ch" refForName="ConnectLine" op="none" fact="1.000000" val="0"/>
                        <dgm:constr type="ctrY" for="ch" forName="ConnectorPoint" ptType="all" refPtType="all" refType="h" refFor="self" op="none" fact="0.500000" val="0"/>
                        <dgm:constr type="w" for="ch" forName="DropPinPlaceHolder" ptType="all" refPtType="all" refType="h" refFor="self" op="none" fact="0.160000" val="0"/>
                        <dgm:constr type="h" for="ch" forName="DropPinPlaceHolder" ptType="all" refPtType="all" refType="h" refFor="self" op="none" fact="0.160000" val="0"/>
                        <dgm:constr type="b" for="ch" forName="DropPinPlaceHolder" ptType="all" refPtType="all" refType="h" refFor="self" op="none" fact="1.000000" val="0"/>
                        <dgm:constr type="l" for="ch" forName="DropPinPlaceHolder" ptType="all" refPtType="all" refType="w" refFor="self" op="none" fact="0.000000" val="0"/>
                        <dgm:constr type="w" for="ch" forName="L1TextContainer" ptType="all" refPtType="all" refType="w" refFor="self" op="none" fact="0.830000" val="0"/>
                        <dgm:constr type="l" for="ch" forName="L1TextContainer" ptType="all" refPtType="all" refType="r" refFor="ch" refForName="DropPinPlaceHolder" op="none" fact="1.000000" val="0"/>
                        <dgm:constr type="b" for="ch" forName="L1TextContainer" ptType="all" refPtType="all" refType="h" refFor="self" op="none" fact="0.755000" val="0"/>
                        <dgm:constr type="t" for="ch" forName="L1TextContainer" ptType="all" refPtType="all" refType="h" refFor="self" op="none" fact="0.600000" val="0"/>
                        <dgm:constr type="w" for="ch" forName="L2TextContainer" ptType="all" refPtType="all" refType="w" refFor="self" op="none" fact="0.830000" val="0"/>
                        <dgm:constr type="l" for="ch" forName="L2TextContainer" ptType="all" refPtType="all" refType="r" refFor="ch" refForName="DropPinPlaceHolder" op="none" fact="1.000000" val="0"/>
                        <dgm:constr type="b" for="ch" forName="L2TextContainer" ptType="all" refPtType="all" refType="h" refFor="self" op="none" fact="0.990000" val="0"/>
                        <dgm:constr type="t" for="ch" forName="L2TextContainer" ptType="all" refPtType="all" refType="h" refFor="self" op="none" fact="0.755000" val="0"/>
                        <dgm:constr type="w" for="ch" forName="ConnectLine" ptType="all" refPtType="all" refType="h" refFor="self" op="none" fact="0.010000" val="0"/>
                        <dgm:constr type="ctrX" for="ch" forName="ConnectLine" ptType="all" refPtType="all" refType="ctrX" refFor="ch" refForName="DropPinPlaceHolder" op="none" fact="1.000000" val="0"/>
                        <dgm:constr type="t" for="ch" forName="ConnectLine" ptType="all" refPtType="all" refType="h" refFor="self" op="none" fact="0.500000" val="0"/>
                        <dgm:constr type="b" for="ch" forName="ConnectLine" ptType="all" refPtType="all" refType="b" refFor="ch" refForName="DropPinPlaceHolder" op="none" fact="1.000000" val="0"/>
                        <dgm:constr type="w" for="ch" forName="EmptyPlaceHolder" ptType="all" refPtType="all" refType="w" refFor="self" op="none" fact="1.000000" val="0"/>
                        <dgm:constr type="h" for="ch" forName="EmptyPlaceHolder" ptType="all" refPtType="all" refType="h" refFor="self" op="none" fact="0.500000" val="0"/>
                        <dgm:constr type="t" for="ch" forName="EmptyPlaceHolder" ptType="all" refPtType="all" refType="h" refFor="self" op="none" fact="0.000000" val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arg="none" op="equ" val="1">
                      <dgm:constrLst>
                        <dgm:constr type="w" for="ch" forName="L1TextContainer" ptType="all" refPtType="all" refType="w" refFor="self" op="none" fact="0.830000" val="0"/>
                        <dgm:constr type="l" for="ch" forName="L1TextContainer" ptType="all" refPtType="all" refType="w" refFor="self" op="none" fact="0.000000" val="0"/>
                        <dgm:constr type="t" for="ch" forName="L1TextContainer" ptType="all" refPtType="all" refType="h" refFor="self" op="none" fact="0.010000" val="0"/>
                        <dgm:constr type="b" for="ch" forName="L1TextContainer" ptType="all" refPtType="all" refType="h" refFor="self" op="none" fact="0.160000" val="0"/>
                        <dgm:constr type="w" for="ch" forName="L2TextContainer" ptType="all" refPtType="all" refType="w" refFor="self" op="none" fact="0.830000" val="0"/>
                        <dgm:constr type="l" for="ch" forName="L2TextContainer" ptType="all" refPtType="all" refType="w" refFor="self" op="none" fact="0.000000" val="0"/>
                        <dgm:constr type="t" for="ch" forName="L2TextContainer" ptType="all" refPtType="all" refType="h" refFor="self" op="none" fact="0.160000" val="0"/>
                        <dgm:constr type="b" for="ch" forName="L2TextContainer" ptType="all" refPtType="all" refType="h" refFor="self" op="none" fact="0.450000" val="0"/>
                        <dgm:constr type="w" for="ch" forName="DropPinPlaceHolder" ptType="all" refPtType="all" refType="h" refFor="self" op="none" fact="0.160000" val="0"/>
                        <dgm:constr type="h" for="ch" forName="DropPinPlaceHolder" ptType="all" refPtType="all" refType="h" refFor="self" op="none" fact="0.160000" val="0"/>
                        <dgm:constr type="t" for="ch" forName="DropPinPlaceHolder" ptType="all" refPtType="all" refType="h" refFor="self" op="none" fact="0.000000" val="0"/>
                        <dgm:constr type="r" for="ch" forName="DropPinPlaceHolder" ptType="all" refPtType="all" refType="w" refFor="self" op="none" fact="1.000000" val="0"/>
                        <dgm:constr type="w" for="ch" forName="ConnectLine" ptType="all" refPtType="all" refType="h" refFor="self" op="none" fact="0.010000" val="0"/>
                        <dgm:constr type="ctrX" for="ch" forName="ConnectLine" ptType="all" refPtType="all" refType="ctrX" refFor="ch" refForName="DropPinPlaceHolder" op="none" fact="1.000000" val="0"/>
                        <dgm:constr type="b" for="ch" forName="ConnectLine" ptType="all" refPtType="all" refType="h" refFor="self" op="none" fact="0.500000" val="0"/>
                        <dgm:constr type="t" for="ch" forName="ConnectLine" ptType="all" refPtType="all" refType="b" refFor="ch" refForName="DropPinPlaceHolder" op="none" fact="0.000000" val="0"/>
                        <dgm:constr type="w" for="ch" forName="ConnectorPoint" ptType="all" refPtType="all" refType="h" refFor="ch" refForName="DropPinPlaceHolder" op="none" fact="0.325000" val="0"/>
                        <dgm:constr type="h" for="ch" forName="ConnectorPoint" ptType="all" refPtType="all" refType="h" refFor="ch" refForName="DropPinPlaceHolder" op="none" fact="0.325000" val="0"/>
                        <dgm:constr type="ctrX" for="ch" forName="ConnectorPoint" ptType="all" refPtType="all" refType="ctrX" refFor="ch" refForName="ConnectLine" op="none" fact="1.000000" val="0"/>
                        <dgm:constr type="ctrY" for="ch" forName="ConnectorPoint" ptType="all" refPtType="all" refType="h" refFor="self" op="none" fact="0.500000" val="0"/>
                        <dgm:constr type="w" for="ch" forName="EmptyPlaceHolder" ptType="all" refPtType="all" refType="w" refFor="self" op="none" fact="1.000000" val="0"/>
                        <dgm:constr type="h" for="ch" forName="EmptyPlaceHolder" ptType="all" refPtType="all" refType="h" refFor="self" op="none" fact="0.500000" val="0"/>
                        <dgm:constr type="t" for="ch" forName="EmptyPlaceHolder" ptType="all" refPtType="all" refType="h" refFor="self" op="none" fact="0.500000" val="0"/>
                      </dgm:constrLst>
                    </dgm:if>
                    <dgm:else name="CaseForPlacingNodeBelowDividerRTL">
                      <dgm:constrLst>
                        <dgm:constr type="w" for="ch" forName="L1TextContainer" ptType="all" refPtType="all" refType="w" refFor="self" op="none" fact="0.830000" val="0"/>
                        <dgm:constr type="l" for="ch" forName="L1TextContainer" ptType="all" refPtType="all" refType="w" refFor="self" op="none" fact="0.000000" val="0"/>
                        <dgm:constr type="b" for="ch" forName="L1TextContainer" ptType="all" refPtType="all" refType="h" refFor="self" op="none" fact="0.755000" val="0"/>
                        <dgm:constr type="t" for="ch" forName="L1TextContainer" ptType="all" refPtType="all" refType="h" refFor="self" op="none" fact="0.600000" val="0"/>
                        <dgm:constr type="w" for="ch" forName="L2TextContainer" ptType="all" refPtType="all" refType="w" refFor="self" op="none" fact="0.830000" val="0"/>
                        <dgm:constr type="l" for="ch" forName="L2TextContainer" ptType="all" refPtType="all" refType="w" refFor="self" op="none" fact="0.000000" val="0"/>
                        <dgm:constr type="b" for="ch" forName="L2TextContainer" ptType="all" refPtType="all" refType="h" refFor="self" op="none" fact="0.990000" val="0"/>
                        <dgm:constr type="t" for="ch" forName="L2TextContainer" ptType="all" refPtType="all" refType="h" refFor="self" op="none" fact="0.755000" val="0"/>
                        <dgm:constr type="w" for="ch" forName="DropPinPlaceHolder" ptType="all" refPtType="all" refType="h" refFor="self" op="none" fact="0.160000" val="0"/>
                        <dgm:constr type="h" for="ch" forName="DropPinPlaceHolder" ptType="all" refPtType="all" refType="h" refFor="self" op="none" fact="0.160000" val="0"/>
                        <dgm:constr type="b" for="ch" forName="DropPinPlaceHolder" ptType="all" refPtType="all" refType="h" refFor="self" op="none" fact="1.000000" val="0"/>
                        <dgm:constr type="r" for="ch" forName="DropPinPlaceHolder" ptType="all" refPtType="all" refType="w" refFor="self" op="none" fact="1.000000" val="0"/>
                        <dgm:constr type="w" for="ch" forName="ConnectLine" ptType="all" refPtType="all" refType="h" refFor="self" op="none" fact="0.010000" val="0"/>
                        <dgm:constr type="ctrX" for="ch" forName="ConnectLine" ptType="all" refPtType="all" refType="ctrX" refFor="ch" refForName="DropPinPlaceHolder" op="none" fact="1.000000" val="0"/>
                        <dgm:constr type="t" for="ch" forName="ConnectLine" ptType="all" refPtType="all" refType="h" refFor="self" op="none" fact="0.500000" val="0"/>
                        <dgm:constr type="b" for="ch" forName="ConnectLine" ptType="all" refPtType="all" refType="b" refFor="ch" refForName="DropPinPlaceHolder" op="none" fact="1.000000" val="0"/>
                        <dgm:constr type="w" for="ch" forName="ConnectorPoint" ptType="all" refPtType="all" refType="h" refFor="ch" refForName="DropPinPlaceHolder" op="none" fact="0.325000" val="0"/>
                        <dgm:constr type="h" for="ch" forName="ConnectorPoint" ptType="all" refPtType="all" refType="h" refFor="ch" refForName="DropPinPlaceHolder" op="none" fact="0.325000" val="0"/>
                        <dgm:constr type="ctrX" for="ch" forName="ConnectorPoint" ptType="all" refPtType="all" refType="ctrX" refFor="ch" refForName="ConnectLine" op="none" fact="1.000000" val="0"/>
                        <dgm:constr type="ctrY" for="ch" forName="ConnectorPoint" ptType="all" refPtType="all" refType="h" refFor="self" op="none" fact="0.500000" val="0"/>
                        <dgm:constr type="w" for="ch" forName="EmptyPlaceHolder" ptType="all" refPtType="all" refType="w" refFor="self" op="none" fact="1.000000" val="0"/>
                        <dgm:constr type="h" for="ch" forName="EmptyPlaceHolder" ptType="all" refPtType="all" refType="h" refFor="self" op="none" fact="0.500000" val="0"/>
                        <dgm:constr type="t" for="ch" forName="EmptyPlaceHolder" ptType="all" refPtType="all" refType="h" refFor="self" op="none" fact="0.000000" val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rot="0.000000" type="none" r:blip="" blipPhldr="0" lkTxEntry="0" zOrderOff="0" hideGeom="0">
                  <dgm:adjLst/>
                </dgm:shape>
                <dgm:constrLst>
                  <dgm:constr type="w" for="ch" forName="DropPin" ptType="all" refPtType="all" refType="w" refFor="self" op="none" fact="0.000000" val="0"/>
                  <dgm:constr type="h" for="ch" forName="DropPin" ptType="all" refPtType="all" refType="h" refFor="self" op="none" fact="0.000000" val="0"/>
                  <dgm:constr type="ctrX" for="ch" forName="DropPin" ptType="all" refPtType="all" refType="w" refFor="self" op="none" fact="0.000000" val="0"/>
                  <dgm:constr type="ctrY" for="ch" forName="DropPin" ptType="all" refPtType="all" refType="h" refFor="self" op="none" fact="0.000000" val="0"/>
                  <dgm:constr type="w" for="ch" forName="Ellipse" ptType="all" refPtType="all" refType="w" refFor="ch" refForName="DropPin" op="none" fact="0.000000" val="0"/>
                  <dgm:constr type="h" for="ch" forName="Ellipse" ptType="all" refPtType="all" refType="w" refFor="ch" refForName="DropPin" op="none" fact="0.000000" val="0"/>
                  <dgm:constr type="ctrX" for="ch" forName="Ellipse" ptType="all" refPtType="all" refType="ctrX" refFor="ch" refForName="DropPin" op="none" fact="0.000000" val="0"/>
                  <dgm:constr type="ctrY" for="ch" forName="Ellipse" ptType="all" refPtType="all" refType="ctrY" refFor="ch" refForName="DropPin" op="none" fact="0.000000" val="0"/>
                </dgm:constrLst>
                <dgm:layoutNode name="DropPin" styleLbl="alignNode1">
                  <dgm:alg type="sp"/>
                  <dgm:presOf/>
                  <dgm:constrLst/>
                  <dgm:choose name="CaseForPlacingTearDropAboveAndBelowDivider">
                    <dgm:if name="CaseForPlacingTearDropAboveDivider" axis="self" ptType="node" func="posOdd" arg="none" op="equ" val="1">
                      <dgm:shape rot="135.000000" type="teardrop" r:blip="" blipPhldr="0" lkTxEntry="0" zOrderOff="0" hideGeom="0">
                        <dgm:adjLst>
                          <dgm:adj idx="1" val="1.150000"/>
                        </dgm:adjLst>
                      </dgm:shape>
                    </dgm:if>
                    <dgm:else name="CaseForPlacingTearDropBelowDivider">
                      <dgm:shape rot="-45.000000" type="teardrop" r:blip="" blipPhldr="0" lkTxEntry="0" zOrderOff="0" hideGeom="0">
                        <dgm:adjLst>
                          <dgm:adj idx="1" val="1.150000"/>
                        </dgm:adjLst>
                      </dgm:shape>
                    </dgm:else>
                  </dgm:choose>
                </dgm:layoutNode>
                <dgm:layoutNode name="Ellipse" styleLbl="fgAcc1" moveWith="DropPin">
                  <dgm:alg type="sp"/>
                  <dgm:shape rot="0.000000" type="ellipse" r:blip="" blipPhldr="0" lkTxEntry="0" zOrderOff="0" hideGeom="0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shape rot="0.000000" type="rect" r:blip="" blipPhldr="0" lkTxEntry="0" zOrderOff="0" hideGeom="0">
                  <dgm:adjLst/>
                </dgm:shape>
                <dgm:presOf axis="des" ptType="node"/>
                <dgm:ruleLst>
                  <dgm:rule type="primFontSz" for="self" ptType="all" val="5" fact="NaN" max="NaN"/>
                </dgm:ruleLst>
                <dgm:varLst>
                  <dgm:bulletEnabled val="1"/>
                </dgm:varLst>
                <dgm:choose name="casesForTxtDirLogic">
                  <dgm:if name="Name77" axis="self" ptType="node" func="posOdd" arg="none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 for="self" ptType="all" refPtType="all" refType="none" refFor="self" op="none" fact="1.000000" val="0"/>
                      <dgm:constr type="rMarg" for="self" ptType="all" refPtType="all" refType="none" refFor="self" op="none" fact="1.000000" val="0"/>
                      <dgm:constr type="tMarg" for="self" ptType="all" refPtType="all" refType="none" refFor="self" op="none" fact="1.000000" val="0"/>
                      <dgm:constr type="bMarg" for="self" ptType="all" refPtType="all" refType="none" refFor="self" op="none" fact="1.000000" val="0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 for="self" ptType="all" refPtType="all" refType="none" refFor="self" op="none" fact="1.000000" val="0"/>
                      <dgm:constr type="rMarg" for="self" ptType="all" refPtType="all" refType="none" refFor="self" op="none" fact="1.000000" val="0"/>
                      <dgm:constr type="tMarg" for="self" ptType="all" refPtType="all" refType="none" refFor="self" op="none" fact="1.000000" val="0"/>
                      <dgm:constr type="bMarg" for="self" ptType="all" refPtType="all" refType="none" refFor="self" op="none" fact="1.000000" val="0"/>
                    </dgm:constrLst>
                  </dgm:else>
                </dgm:choose>
              </dgm:layoutNode>
              <dgm:layoutNode name="L1TextContainer" styleLbl="revTx">
                <dgm:alg type="tx">
                  <dgm:param type="txAnchorVert" val="mid"/>
                  <dgm:param type="parTxLTRAlign" val="l"/>
                  <dgm:param type="parTxRTLAlign" val="l"/>
                </dgm:alg>
                <dgm:shape rot="0.000000" type="rect" r:blip="" blipPhldr="0" lkTxEntry="0" zOrderOff="0" hideGeom="0">
                  <dgm:adjLst/>
                </dgm:shape>
                <dgm:presOf axis="self"/>
                <dgm:constrLst>
                  <dgm:constr type="lMarg" for="self" ptType="all" refPtType="all" refType="none" refFor="self" op="none" fact="1.000000" val="0"/>
                  <dgm:constr type="rMarg" for="self" ptType="all" refPtType="all" refType="none" refFor="self" op="none" fact="1.000000" val="0"/>
                  <dgm:constr type="tMarg" for="self" ptType="all" refPtType="all" refType="none" refFor="self" op="none" fact="1.000000" val="0"/>
                  <dgm:constr type="bMarg" for="self" ptType="all" refPtType="all" refType="none" refFor="self" op="none" fact="1.000000" val="0"/>
                </dgm:constrLst>
                <dgm:ruleLst>
                  <dgm:rule type="primFontSz" for="self" ptType="all" val="5" fact="NaN" max="NaN"/>
                </dgm:ruleLst>
                <dgm:varLst>
                  <dgm:chMax val="1"/>
                  <dgm:chPref val="1"/>
                  <dgm:bulletEnabled val="1"/>
                </dgm:varLst>
              </dgm:layoutNode>
              <dgm:layoutNode name="ConnectLine" styleLbl="dkBgShp">
                <dgm:alg type="sp"/>
                <dgm:shape rot="0.000000" type="rect" r:blip="" blipPhldr="0" lkTxEntry="0" zOrderOff="0" hideGeom="0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rot="0.000000" type="none" r:blip="" blipPhldr="0" lkTxEntry="0" zOrderOff="0" hideGeom="0">
                  <dgm:adjLst/>
                </dgm:shape>
                <dgm:presOf/>
                <dgm:constrLst>
                  <dgm:constr type="w" for="ch" forName="Bullet" ptType="all" refPtType="all" refType="w" refFor="self" op="none" fact="1.000000" val="0"/>
                  <dgm:constr type="h" for="ch" forName="Bullet" ptType="all" refPtType="all" refType="w" refFor="self" op="none" fact="1.000000" val="0"/>
                  <dgm:constr type="ctrX" for="ch" forName="Bullet" ptType="all" refPtType="all" refType="w" refFor="self" op="none" fact="0.500000" val="0"/>
                  <dgm:constr type="ctrY" for="ch" forName="Bullet" ptType="all" refPtType="all" refType="h" refFor="self" op="none" fact="0.500000" val="0"/>
                </dgm:constrLst>
                <dgm:layoutNode name="Bullet" styleLbl="lnNode1">
                  <dgm:alg type="sp"/>
                  <dgm:shape rot="0.000000" type="ellipse" r:blip="" blipPhldr="0" lkTxEntry="0" zOrderOff="10" hideGeom="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rot="0.000000" type="none" r:blip="" blipPhldr="0" lkTxEntry="0" zOrderOff="0" hideGeom="0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rot="0.000000" type="none" r:blip="" blipPhldr="0" lkTxEntry="0" zOrderOff="0" hideGeom="0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1938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573720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731B3A5-BC3F-49B0-ABC1-7BCE958B90D8}" type="datetimeFigureOut">
              <a:rPr lang="en-US"/>
              <a:t>5/29/2026</a:t>
            </a:fld>
            <a:endParaRPr lang="en-US"/>
          </a:p>
        </p:txBody>
      </p:sp>
      <p:sp>
        <p:nvSpPr>
          <p:cNvPr id="132950448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694665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598221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2515883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BF991E0-7711-43BA-B34F-2477477E1B0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DE21A9-C740-795B-817F-DC42ED59FA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776B13-2544-8A2C-5119-295E03EF39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405BD4-F20C-2E61-9CD9-6243A6134D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517AA8-7A0B-B556-FEDF-8CA85FE03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00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194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 at onboarding.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“First launch collects age, body data, activity, and goal.”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“From this, the app calculates calorie and macro targets.”</a:t>
            </a:r>
            <a:endParaRPr/>
          </a:p>
          <a:p>
            <a:pPr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 home screen.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Daily calories.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 tiles.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Meal sections.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 picker/backlogging.</a:t>
            </a:r>
            <a:endParaRPr/>
          </a:p>
          <a:p>
            <a:pPr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food by search.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 for a food.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detail page.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 grams/portion.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to day.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home and show updated totals.</a:t>
            </a:r>
            <a:endParaRPr/>
          </a:p>
          <a:p>
            <a:pPr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Barcode or Snap2Cal, depending on what is reliable during presentation.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barcode/camera might be risky live, use search live and mention barcode/Snap2Cal with screenshots.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 demos have a taste for betrayal. Keep a backup path.</a:t>
            </a:r>
            <a:endParaRPr/>
          </a:p>
          <a:p>
            <a:pPr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 stats.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Weekly trend.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 averages.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Meal consistency.</a:t>
            </a:r>
            <a:endParaRPr/>
          </a:p>
          <a:p>
            <a:pPr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 settings.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mode.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 key section.</a:t>
            </a:r>
            <a:endParaRPr/>
          </a:p>
          <a:p>
            <a:pPr lvl="1">
              <a:defRPr/>
            </a:pP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Backup export/import.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68278517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BF991E0-7711-43BA-B34F-2477477E1B09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38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099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601150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BF991E0-7711-43BA-B34F-2477477E1B09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8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102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815880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BF991E0-7711-43BA-B34F-2477477E1B09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372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762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373610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BF991E0-7711-43BA-B34F-2477477E1B09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F1B5FA-835C-9985-EDBA-9F7A2C5B89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40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5072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“We separated the app into UI, state management, data access, and service logic. Screens do not directly save data or call APIs. They talk to </a:t>
            </a:r>
            <a:r>
              <a:rPr lang="en-US" sz="1200" b="0" i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Riverpod</a:t>
            </a:r>
            <a:r>
              <a:rPr lang="en-US" sz="1200" b="0" i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controllers.”</a:t>
            </a:r>
            <a:endParaRPr lang="en-US"/>
          </a:p>
        </p:txBody>
      </p:sp>
      <p:sp>
        <p:nvSpPr>
          <p:cNvPr id="75983053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BF991E0-7711-43BA-B34F-2477477E1B09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D0026B-D64F-E465-26B6-AC14920E8B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FE65C8-59DE-D31F-8693-884E2F1E27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494409-9700-C225-865A-4E716EBABA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70696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231432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4882791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15852798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1993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805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037747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301289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14117277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08335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06725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683334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46318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18279796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7137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3164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6352896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398362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730317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5055038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7850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8356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94503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519705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076672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09581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4120653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168516236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491128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1950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5853804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111586494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010764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8294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95916319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151251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23299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2990941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407706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700528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4776544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9015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74426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9706555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065414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77402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2276544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90108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307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75899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452771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10872844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13859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8341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8320511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349685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18403501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30231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118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784509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6065255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5/29/2026</a:t>
            </a:fld>
            <a:endParaRPr lang="en-US"/>
          </a:p>
        </p:txBody>
      </p:sp>
      <p:sp>
        <p:nvSpPr>
          <p:cNvPr id="9067615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12324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microsoft.com/office/2007/relationships/diagramDrawing" Target="../diagrams/drawing2.xml" /><Relationship Id="rId4" Type="http://schemas.openxmlformats.org/officeDocument/2006/relationships/diagramData" Target="../diagrams/data2.xml" /><Relationship Id="rId5" Type="http://schemas.openxmlformats.org/officeDocument/2006/relationships/diagramColors" Target="../diagrams/colors2.xml" /><Relationship Id="rId6" Type="http://schemas.openxmlformats.org/officeDocument/2006/relationships/diagramLayout" Target="../diagrams/layout2.xml" /><Relationship Id="rId7" Type="http://schemas.openxmlformats.org/officeDocument/2006/relationships/diagramQuickStyle" Target="../diagrams/quickStyle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376615" name="TextBox 2"/>
          <p:cNvSpPr txBox="1"/>
          <p:nvPr/>
        </p:nvSpPr>
        <p:spPr bwMode="auto"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0" b="1">
                <a:solidFill>
                  <a:srgbClr val="1B1B1B"/>
                </a:solidFill>
                <a:latin typeface="Helvetica Neue"/>
              </a:rPr>
              <a:t>CalTab</a:t>
            </a:r>
            <a:endParaRPr sz="12000" b="1">
              <a:solidFill>
                <a:srgbClr val="1B1B1B"/>
              </a:solidFill>
              <a:latin typeface="Helvetica Neue"/>
            </a:endParaRPr>
          </a:p>
        </p:txBody>
      </p:sp>
      <p:sp>
        <p:nvSpPr>
          <p:cNvPr id="731620867" name="Oval 3"/>
          <p:cNvSpPr/>
          <p:nvPr/>
        </p:nvSpPr>
        <p:spPr bwMode="auto">
          <a:xfrm>
            <a:off x="5904315" y="3313515"/>
            <a:ext cx="256032" cy="256032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6971839" name="TextBox 4"/>
          <p:cNvSpPr txBox="1"/>
          <p:nvPr/>
        </p:nvSpPr>
        <p:spPr bwMode="auto">
          <a:xfrm>
            <a:off x="868680" y="4023360"/>
            <a:ext cx="10515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2200" b="0">
                <a:solidFill>
                  <a:srgbClr val="555555"/>
                </a:solidFill>
                <a:latin typeface="Helvetica Neue"/>
              </a:rPr>
              <a:t>Calorie tracking done right.</a:t>
            </a:r>
            <a:endParaRPr sz="2200" b="0">
              <a:solidFill>
                <a:srgbClr val="555555"/>
              </a:solidFill>
              <a:latin typeface="Helvetica Neue"/>
            </a:endParaRPr>
          </a:p>
        </p:txBody>
      </p:sp>
      <p:sp>
        <p:nvSpPr>
          <p:cNvPr id="482984677" name="TextBox 5"/>
          <p:cNvSpPr txBox="1"/>
          <p:nvPr/>
        </p:nvSpPr>
        <p:spPr bwMode="auto">
          <a:xfrm>
            <a:off x="868680" y="6035039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0">
                <a:solidFill>
                  <a:srgbClr val="8A8A8A"/>
                </a:solidFill>
                <a:latin typeface="Helvetica Neue"/>
              </a:rPr>
              <a:t>Group 7 | THWS x TAMK |  Mobile App Development 1</a:t>
            </a:r>
            <a:endParaRPr/>
          </a:p>
        </p:txBody>
      </p:sp>
      <p:pic>
        <p:nvPicPr>
          <p:cNvPr id="20961215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413619" y="1665098"/>
            <a:ext cx="3552864" cy="3552864"/>
          </a:xfrm>
          <a:prstGeom prst="roundRect">
            <a:avLst>
              <a:gd name="adj" fmla="val 16667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714648" name="TextBox 2"/>
          <p:cNvSpPr txBox="1"/>
          <p:nvPr/>
        </p:nvSpPr>
        <p:spPr bwMode="auto">
          <a:xfrm>
            <a:off x="822960" y="822960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1">
                <a:solidFill>
                  <a:srgbClr val="34C759"/>
                </a:solidFill>
                <a:latin typeface="Helvetica Neue"/>
              </a:rPr>
              <a:t>PROBLEM</a:t>
            </a:r>
            <a:endParaRPr sz="11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236392201" name="TextBox 3"/>
          <p:cNvSpPr txBox="1"/>
          <p:nvPr/>
        </p:nvSpPr>
        <p:spPr bwMode="auto">
          <a:xfrm>
            <a:off x="822960" y="1737360"/>
            <a:ext cx="10515600" cy="193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4200" b="1">
                <a:solidFill>
                  <a:srgbClr val="1B1B1B"/>
                </a:solidFill>
                <a:latin typeface="Helvetica Neue"/>
              </a:rPr>
              <a:t>Slow &amp; Boring process.</a:t>
            </a:r>
            <a:endParaRPr/>
          </a:p>
          <a:p>
            <a:pPr algn="l">
              <a:defRPr/>
            </a:pPr>
            <a:r>
              <a:rPr lang="en-US" sz="4200" b="1">
                <a:solidFill>
                  <a:srgbClr val="1B1B1B"/>
                </a:solidFill>
                <a:latin typeface="Helvetica Neue"/>
              </a:rPr>
              <a:t>Apps require our data.</a:t>
            </a:r>
            <a:endParaRPr/>
          </a:p>
          <a:p>
            <a:pPr algn="l">
              <a:defRPr/>
            </a:pPr>
            <a:r>
              <a:rPr lang="en-US" sz="4200" b="1">
                <a:solidFill>
                  <a:srgbClr val="1B1B1B"/>
                </a:solidFill>
                <a:latin typeface="Helvetica Neue"/>
              </a:rPr>
              <a:t>Good apps are paid.</a:t>
            </a:r>
            <a:endParaRPr sz="4200" b="1">
              <a:solidFill>
                <a:srgbClr val="1B1B1B"/>
              </a:solidFill>
              <a:latin typeface="Helvetica Neue"/>
            </a:endParaRPr>
          </a:p>
        </p:txBody>
      </p:sp>
      <p:sp>
        <p:nvSpPr>
          <p:cNvPr id="278331302" name="TextBox 4"/>
          <p:cNvSpPr txBox="1"/>
          <p:nvPr/>
        </p:nvSpPr>
        <p:spPr bwMode="auto"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55555"/>
                </a:solidFill>
                <a:latin typeface="Helvetica Neue"/>
              </a:rPr>
              <a:t>We disagree.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36187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5630255" name="TextBox 2"/>
          <p:cNvSpPr txBox="1"/>
          <p:nvPr/>
        </p:nvSpPr>
        <p:spPr bwMode="auto">
          <a:xfrm>
            <a:off x="822960" y="822960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1">
                <a:solidFill>
                  <a:srgbClr val="34C759"/>
                </a:solidFill>
                <a:latin typeface="Helvetica Neue"/>
              </a:rPr>
              <a:t>OUR SOLUTION</a:t>
            </a:r>
            <a:endParaRPr sz="11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1031497081" name="TextBox 3"/>
          <p:cNvSpPr txBox="1"/>
          <p:nvPr/>
        </p:nvSpPr>
        <p:spPr bwMode="auto">
          <a:xfrm>
            <a:off x="822960" y="1737360"/>
            <a:ext cx="10515600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4800" b="1">
                <a:solidFill>
                  <a:srgbClr val="FFFFFF"/>
                </a:solidFill>
                <a:latin typeface="Helvetica Neue"/>
              </a:rPr>
              <a:t>Fast Logging.</a:t>
            </a:r>
            <a:endParaRPr/>
          </a:p>
          <a:p>
            <a:pPr algn="l">
              <a:defRPr/>
            </a:pPr>
            <a:r>
              <a:rPr lang="en-US" sz="4800" b="1">
                <a:solidFill>
                  <a:srgbClr val="FFFFFF"/>
                </a:solidFill>
                <a:latin typeface="Helvetica Neue"/>
              </a:rPr>
              <a:t>Local-first approach.</a:t>
            </a:r>
            <a:endParaRPr/>
          </a:p>
          <a:p>
            <a:pPr algn="l">
              <a:defRPr/>
            </a:pPr>
            <a:r>
              <a:rPr lang="en-US" sz="4800" b="1">
                <a:solidFill>
                  <a:srgbClr val="FFFFFF"/>
                </a:solidFill>
                <a:latin typeface="Helvetica Neue"/>
              </a:rPr>
              <a:t>Free forever.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24116" name="TextBox 2"/>
          <p:cNvSpPr txBox="1"/>
          <p:nvPr/>
        </p:nvSpPr>
        <p:spPr bwMode="auto"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34C759"/>
                </a:solidFill>
                <a:latin typeface="Helvetica Neue"/>
              </a:rPr>
              <a:t>FEATURES</a:t>
            </a:r>
            <a:endParaRPr/>
          </a:p>
        </p:txBody>
      </p:sp>
      <p:sp>
        <p:nvSpPr>
          <p:cNvPr id="186222094" name="TextBox 3"/>
          <p:cNvSpPr txBox="1"/>
          <p:nvPr/>
        </p:nvSpPr>
        <p:spPr bwMode="auto">
          <a:xfrm>
            <a:off x="822960" y="1371600"/>
            <a:ext cx="105156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4200" b="1">
                <a:solidFill>
                  <a:srgbClr val="1B1B1B"/>
                </a:solidFill>
                <a:latin typeface="Helvetica Neue"/>
              </a:rPr>
              <a:t>Everythin</a:t>
            </a:r>
            <a:r>
              <a:rPr lang="en-US" sz="4200" b="1">
                <a:solidFill>
                  <a:srgbClr val="1B1B1B"/>
                </a:solidFill>
                <a:latin typeface="Helvetica Neue"/>
              </a:rPr>
              <a:t>g included</a:t>
            </a:r>
            <a:r>
              <a:rPr sz="4200" b="1">
                <a:solidFill>
                  <a:srgbClr val="1B1B1B"/>
                </a:solidFill>
                <a:latin typeface="Helvetica Neue"/>
              </a:rPr>
              <a:t>.</a:t>
            </a:r>
            <a:endParaRPr/>
          </a:p>
        </p:txBody>
      </p:sp>
      <p:sp>
        <p:nvSpPr>
          <p:cNvPr id="1781044627" name="Oval 4"/>
          <p:cNvSpPr/>
          <p:nvPr/>
        </p:nvSpPr>
        <p:spPr bwMode="auto">
          <a:xfrm>
            <a:off x="841248" y="285292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755670" name="TextBox 5"/>
          <p:cNvSpPr txBox="1"/>
          <p:nvPr/>
        </p:nvSpPr>
        <p:spPr bwMode="auto">
          <a:xfrm>
            <a:off x="1097280" y="274320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Onboarding</a:t>
            </a:r>
            <a:endParaRPr/>
          </a:p>
        </p:txBody>
      </p:sp>
      <p:sp>
        <p:nvSpPr>
          <p:cNvPr id="727776137" name="TextBox 6"/>
          <p:cNvSpPr txBox="1"/>
          <p:nvPr/>
        </p:nvSpPr>
        <p:spPr bwMode="auto">
          <a:xfrm>
            <a:off x="1097280" y="3154680"/>
            <a:ext cx="299709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0">
                <a:solidFill>
                  <a:srgbClr val="555555"/>
                </a:solidFill>
                <a:latin typeface="Helvetica Neue"/>
              </a:rPr>
              <a:t>Calculation of </a:t>
            </a:r>
            <a:r>
              <a:rPr sz="1100" b="0">
                <a:solidFill>
                  <a:srgbClr val="555555"/>
                </a:solidFill>
                <a:latin typeface="Helvetica Neue"/>
              </a:rPr>
              <a:t>BMR, TDEE</a:t>
            </a:r>
            <a:r>
              <a:rPr lang="en-US" sz="1100" b="0">
                <a:solidFill>
                  <a:srgbClr val="555555"/>
                </a:solidFill>
                <a:latin typeface="Helvetica Neue"/>
              </a:rPr>
              <a:t>, and</a:t>
            </a:r>
            <a:r>
              <a:rPr lang="en-US" sz="1100">
                <a:solidFill>
                  <a:srgbClr val="555555"/>
                </a:solidFill>
                <a:latin typeface="Helvetica Neue"/>
              </a:rPr>
              <a:t> </a:t>
            </a:r>
            <a:r>
              <a:rPr sz="1100" b="0">
                <a:solidFill>
                  <a:srgbClr val="555555"/>
                </a:solidFill>
                <a:latin typeface="Helvetica Neue"/>
              </a:rPr>
              <a:t>macros</a:t>
            </a:r>
            <a:endParaRPr/>
          </a:p>
        </p:txBody>
      </p:sp>
      <p:sp>
        <p:nvSpPr>
          <p:cNvPr id="1753184826" name="Oval 7"/>
          <p:cNvSpPr/>
          <p:nvPr/>
        </p:nvSpPr>
        <p:spPr bwMode="auto">
          <a:xfrm>
            <a:off x="4478426" y="285292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7219167" name="TextBox 8"/>
          <p:cNvSpPr txBox="1"/>
          <p:nvPr/>
        </p:nvSpPr>
        <p:spPr bwMode="auto">
          <a:xfrm>
            <a:off x="4734457" y="274320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Search</a:t>
            </a:r>
            <a:endParaRPr/>
          </a:p>
        </p:txBody>
      </p:sp>
      <p:sp>
        <p:nvSpPr>
          <p:cNvPr id="1715019603" name="TextBox 9"/>
          <p:cNvSpPr txBox="1"/>
          <p:nvPr/>
        </p:nvSpPr>
        <p:spPr bwMode="auto">
          <a:xfrm>
            <a:off x="4734457" y="3154680"/>
            <a:ext cx="299709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55555"/>
                </a:solidFill>
                <a:latin typeface="Helvetica Neue"/>
              </a:rPr>
              <a:t>Open Food Facts</a:t>
            </a:r>
            <a:r>
              <a:rPr lang="en-US" sz="1100" b="0">
                <a:solidFill>
                  <a:srgbClr val="555555"/>
                </a:solidFill>
                <a:latin typeface="Helvetica Neue"/>
              </a:rPr>
              <a:t> API, infinite list</a:t>
            </a:r>
            <a:endParaRPr sz="1100" b="0">
              <a:solidFill>
                <a:srgbClr val="555555"/>
              </a:solidFill>
              <a:latin typeface="Helvetica Neue"/>
            </a:endParaRPr>
          </a:p>
        </p:txBody>
      </p:sp>
      <p:sp>
        <p:nvSpPr>
          <p:cNvPr id="45451683" name="Oval 10"/>
          <p:cNvSpPr/>
          <p:nvPr/>
        </p:nvSpPr>
        <p:spPr bwMode="auto">
          <a:xfrm>
            <a:off x="8115604" y="285292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1987560" name="TextBox 11"/>
          <p:cNvSpPr txBox="1"/>
          <p:nvPr/>
        </p:nvSpPr>
        <p:spPr bwMode="auto">
          <a:xfrm>
            <a:off x="8371636" y="274320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Barcode</a:t>
            </a:r>
            <a:endParaRPr/>
          </a:p>
        </p:txBody>
      </p:sp>
      <p:sp>
        <p:nvSpPr>
          <p:cNvPr id="183184268" name="TextBox 12"/>
          <p:cNvSpPr txBox="1"/>
          <p:nvPr/>
        </p:nvSpPr>
        <p:spPr bwMode="auto">
          <a:xfrm>
            <a:off x="8371636" y="3154680"/>
            <a:ext cx="29970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55555"/>
                </a:solidFill>
                <a:latin typeface="Helvetica Neue"/>
              </a:rPr>
              <a:t>Camera + ML Kit, instant lookup.</a:t>
            </a:r>
            <a:endParaRPr/>
          </a:p>
        </p:txBody>
      </p:sp>
      <p:sp>
        <p:nvSpPr>
          <p:cNvPr id="1998370653" name="Oval 13"/>
          <p:cNvSpPr/>
          <p:nvPr/>
        </p:nvSpPr>
        <p:spPr bwMode="auto">
          <a:xfrm>
            <a:off x="841248" y="413308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9075436" name="TextBox 14"/>
          <p:cNvSpPr txBox="1"/>
          <p:nvPr/>
        </p:nvSpPr>
        <p:spPr bwMode="auto">
          <a:xfrm>
            <a:off x="1097280" y="402336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Snap2Cal</a:t>
            </a:r>
            <a:endParaRPr/>
          </a:p>
        </p:txBody>
      </p:sp>
      <p:sp>
        <p:nvSpPr>
          <p:cNvPr id="50757101" name="TextBox 15"/>
          <p:cNvSpPr txBox="1"/>
          <p:nvPr/>
        </p:nvSpPr>
        <p:spPr bwMode="auto">
          <a:xfrm>
            <a:off x="1097280" y="4434840"/>
            <a:ext cx="29970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55555"/>
                </a:solidFill>
                <a:latin typeface="Helvetica Neue"/>
              </a:rPr>
              <a:t>Photo → Gemini → macros.</a:t>
            </a:r>
            <a:endParaRPr/>
          </a:p>
        </p:txBody>
      </p:sp>
      <p:sp>
        <p:nvSpPr>
          <p:cNvPr id="1751598759" name="Oval 16"/>
          <p:cNvSpPr/>
          <p:nvPr/>
        </p:nvSpPr>
        <p:spPr bwMode="auto">
          <a:xfrm>
            <a:off x="4478426" y="413308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3594647" name="TextBox 17"/>
          <p:cNvSpPr txBox="1"/>
          <p:nvPr/>
        </p:nvSpPr>
        <p:spPr bwMode="auto">
          <a:xfrm>
            <a:off x="4734457" y="402336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AI assistant</a:t>
            </a:r>
            <a:endParaRPr/>
          </a:p>
        </p:txBody>
      </p:sp>
      <p:sp>
        <p:nvSpPr>
          <p:cNvPr id="725403623" name="TextBox 18"/>
          <p:cNvSpPr txBox="1"/>
          <p:nvPr/>
        </p:nvSpPr>
        <p:spPr bwMode="auto">
          <a:xfrm>
            <a:off x="4734457" y="4434840"/>
            <a:ext cx="299709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0">
                <a:solidFill>
                  <a:srgbClr val="555555"/>
                </a:solidFill>
                <a:latin typeface="Helvetica Neue"/>
              </a:rPr>
              <a:t>Your key, personalized output</a:t>
            </a:r>
            <a:endParaRPr sz="1100" b="0">
              <a:solidFill>
                <a:srgbClr val="555555"/>
              </a:solidFill>
              <a:latin typeface="Helvetica Neue"/>
            </a:endParaRPr>
          </a:p>
        </p:txBody>
      </p:sp>
      <p:sp>
        <p:nvSpPr>
          <p:cNvPr id="1815908449" name="Oval 19"/>
          <p:cNvSpPr/>
          <p:nvPr/>
        </p:nvSpPr>
        <p:spPr bwMode="auto">
          <a:xfrm>
            <a:off x="8115604" y="413308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3767080" name="TextBox 20"/>
          <p:cNvSpPr txBox="1"/>
          <p:nvPr/>
        </p:nvSpPr>
        <p:spPr bwMode="auto">
          <a:xfrm>
            <a:off x="8371636" y="402336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Stats</a:t>
            </a:r>
            <a:endParaRPr/>
          </a:p>
        </p:txBody>
      </p:sp>
      <p:sp>
        <p:nvSpPr>
          <p:cNvPr id="1049087470" name="TextBox 21"/>
          <p:cNvSpPr txBox="1"/>
          <p:nvPr/>
        </p:nvSpPr>
        <p:spPr bwMode="auto">
          <a:xfrm>
            <a:off x="8371636" y="4434840"/>
            <a:ext cx="29970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55555"/>
                </a:solidFill>
                <a:latin typeface="Helvetica Neue"/>
              </a:rPr>
              <a:t>7-day trend, macro averages.</a:t>
            </a:r>
            <a:endParaRPr/>
          </a:p>
        </p:txBody>
      </p:sp>
      <p:sp>
        <p:nvSpPr>
          <p:cNvPr id="1235598759" name="Oval 22"/>
          <p:cNvSpPr/>
          <p:nvPr/>
        </p:nvSpPr>
        <p:spPr bwMode="auto">
          <a:xfrm>
            <a:off x="841248" y="541324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9164367" name="TextBox 23"/>
          <p:cNvSpPr txBox="1"/>
          <p:nvPr/>
        </p:nvSpPr>
        <p:spPr bwMode="auto">
          <a:xfrm>
            <a:off x="1097280" y="530352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Backup</a:t>
            </a:r>
            <a:endParaRPr/>
          </a:p>
        </p:txBody>
      </p:sp>
      <p:sp>
        <p:nvSpPr>
          <p:cNvPr id="1735577039" name="TextBox 24"/>
          <p:cNvSpPr txBox="1"/>
          <p:nvPr/>
        </p:nvSpPr>
        <p:spPr bwMode="auto">
          <a:xfrm>
            <a:off x="1097280" y="5715000"/>
            <a:ext cx="29970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55555"/>
                </a:solidFill>
                <a:latin typeface="Helvetica Neue"/>
              </a:rPr>
              <a:t>JSON export, you own it.</a:t>
            </a:r>
            <a:endParaRPr/>
          </a:p>
        </p:txBody>
      </p:sp>
      <p:sp>
        <p:nvSpPr>
          <p:cNvPr id="445742128" name="Oval 25"/>
          <p:cNvSpPr/>
          <p:nvPr/>
        </p:nvSpPr>
        <p:spPr bwMode="auto">
          <a:xfrm>
            <a:off x="4478426" y="541324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0511894" name="TextBox 26"/>
          <p:cNvSpPr txBox="1"/>
          <p:nvPr/>
        </p:nvSpPr>
        <p:spPr bwMode="auto">
          <a:xfrm>
            <a:off x="4734457" y="530352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Themes</a:t>
            </a:r>
            <a:endParaRPr/>
          </a:p>
        </p:txBody>
      </p:sp>
      <p:sp>
        <p:nvSpPr>
          <p:cNvPr id="147928575" name="TextBox 27"/>
          <p:cNvSpPr txBox="1"/>
          <p:nvPr/>
        </p:nvSpPr>
        <p:spPr bwMode="auto">
          <a:xfrm>
            <a:off x="4734457" y="5715000"/>
            <a:ext cx="29970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55555"/>
                </a:solidFill>
                <a:latin typeface="Helvetica Neue"/>
              </a:rPr>
              <a:t>Light, dark, system.</a:t>
            </a:r>
            <a:endParaRPr/>
          </a:p>
        </p:txBody>
      </p:sp>
      <p:sp>
        <p:nvSpPr>
          <p:cNvPr id="1998126572" name="Oval 28"/>
          <p:cNvSpPr/>
          <p:nvPr/>
        </p:nvSpPr>
        <p:spPr bwMode="auto">
          <a:xfrm>
            <a:off x="8115604" y="5413248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6917201" name="TextBox 29"/>
          <p:cNvSpPr txBox="1"/>
          <p:nvPr/>
        </p:nvSpPr>
        <p:spPr bwMode="auto">
          <a:xfrm>
            <a:off x="8371636" y="530352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1B1B1B"/>
                </a:solidFill>
                <a:latin typeface="Helvetica Neue"/>
              </a:rPr>
              <a:t>Offline</a:t>
            </a:r>
            <a:endParaRPr/>
          </a:p>
        </p:txBody>
      </p:sp>
      <p:sp>
        <p:nvSpPr>
          <p:cNvPr id="284791581" name="TextBox 30"/>
          <p:cNvSpPr txBox="1"/>
          <p:nvPr/>
        </p:nvSpPr>
        <p:spPr bwMode="auto">
          <a:xfrm>
            <a:off x="8371636" y="5715000"/>
            <a:ext cx="299709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555555"/>
                </a:solidFill>
                <a:latin typeface="Helvetica Neue"/>
              </a:rPr>
              <a:t>Everything but search.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682433" name="Rectangle 1"/>
          <p:cNvSpPr/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3731765" name="TextBox 2"/>
          <p:cNvSpPr txBox="1"/>
          <p:nvPr/>
        </p:nvSpPr>
        <p:spPr bwMode="auto"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34C759"/>
                </a:solidFill>
                <a:latin typeface="Helvetica Neue"/>
              </a:rPr>
              <a:t>LIVE DEMO</a:t>
            </a:r>
            <a:endParaRPr/>
          </a:p>
        </p:txBody>
      </p:sp>
      <p:sp>
        <p:nvSpPr>
          <p:cNvPr id="1989870652" name="TextBox 3"/>
          <p:cNvSpPr txBox="1"/>
          <p:nvPr/>
        </p:nvSpPr>
        <p:spPr bwMode="auto">
          <a:xfrm>
            <a:off x="822960" y="3017519"/>
            <a:ext cx="105156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7200" b="1">
                <a:solidFill>
                  <a:srgbClr val="FFFFFF"/>
                </a:solidFill>
                <a:latin typeface="Helvetica Neue"/>
              </a:rPr>
              <a:t>Let’s </a:t>
            </a:r>
            <a:r>
              <a:rPr lang="en-US" sz="7200" b="1">
                <a:solidFill>
                  <a:srgbClr val="FFFFFF"/>
                </a:solidFill>
                <a:latin typeface="Helvetica Neue"/>
              </a:rPr>
              <a:t>see</a:t>
            </a:r>
            <a:r>
              <a:rPr sz="7200" b="1">
                <a:solidFill>
                  <a:srgbClr val="FFFFFF"/>
                </a:solidFill>
                <a:latin typeface="Helvetica Neue"/>
              </a:rPr>
              <a:t> i</a:t>
            </a:r>
            <a:r>
              <a:rPr lang="en-US" sz="7200" b="1">
                <a:solidFill>
                  <a:srgbClr val="FFFFFF"/>
                </a:solidFill>
                <a:latin typeface="Helvetica Neue"/>
              </a:rPr>
              <a:t>t</a:t>
            </a:r>
            <a:r>
              <a:rPr sz="7200" b="1">
                <a:solidFill>
                  <a:srgbClr val="FFFFFF"/>
                </a:solidFill>
                <a:latin typeface="Helvetica Neue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224101" name="Rectangle 1"/>
          <p:cNvSpPr/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1098376" name="TextBox 2"/>
          <p:cNvSpPr txBox="1"/>
          <p:nvPr/>
        </p:nvSpPr>
        <p:spPr bwMode="auto">
          <a:xfrm>
            <a:off x="822960" y="82296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200" b="1">
                <a:solidFill>
                  <a:srgbClr val="34C759"/>
                </a:solidFill>
                <a:latin typeface="Helvetica Neue"/>
              </a:rPr>
              <a:t>APP FLOW IN PICTURES</a:t>
            </a:r>
            <a:endParaRPr sz="12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587894383" name="TextBox 3"/>
          <p:cNvSpPr txBox="1"/>
          <p:nvPr/>
        </p:nvSpPr>
        <p:spPr bwMode="auto">
          <a:xfrm>
            <a:off x="822960" y="1162373"/>
            <a:ext cx="105156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4200" b="1">
                <a:solidFill>
                  <a:srgbClr val="FFFFFF"/>
                </a:solidFill>
                <a:latin typeface="Helvetica Neue"/>
              </a:rPr>
              <a:t>Onboarding.</a:t>
            </a:r>
            <a:endParaRPr sz="4200" b="1">
              <a:solidFill>
                <a:srgbClr val="FFFFFF"/>
              </a:solidFill>
              <a:latin typeface="Helvetica Neue"/>
            </a:endParaRPr>
          </a:p>
        </p:txBody>
      </p:sp>
      <p:pic>
        <p:nvPicPr>
          <p:cNvPr id="886119642" name="Pictur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" y="2033340"/>
            <a:ext cx="2241373" cy="4526609"/>
          </a:xfrm>
          <a:prstGeom prst="rect">
            <a:avLst/>
          </a:prstGeom>
        </p:spPr>
      </p:pic>
      <p:pic>
        <p:nvPicPr>
          <p:cNvPr id="888000307" name="Picture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96543" y="2033338"/>
            <a:ext cx="2245760" cy="4526609"/>
          </a:xfrm>
          <a:prstGeom prst="rect">
            <a:avLst/>
          </a:prstGeom>
        </p:spPr>
      </p:pic>
      <p:pic>
        <p:nvPicPr>
          <p:cNvPr id="876391172" name="Picture 1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74514" y="2033337"/>
            <a:ext cx="2223829" cy="4526609"/>
          </a:xfrm>
          <a:prstGeom prst="rect">
            <a:avLst/>
          </a:prstGeom>
        </p:spPr>
      </p:pic>
      <p:pic>
        <p:nvPicPr>
          <p:cNvPr id="467465198" name="Picture 1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114508" y="2033341"/>
            <a:ext cx="2254532" cy="4526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94445" name="Rectangle 1"/>
          <p:cNvSpPr/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0400582" name="TextBox 2"/>
          <p:cNvSpPr txBox="1"/>
          <p:nvPr/>
        </p:nvSpPr>
        <p:spPr bwMode="auto">
          <a:xfrm>
            <a:off x="822960" y="82296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200" b="1">
                <a:solidFill>
                  <a:srgbClr val="34C759"/>
                </a:solidFill>
                <a:latin typeface="Helvetica Neue"/>
              </a:rPr>
              <a:t>APP FLOW IN PICTURES</a:t>
            </a:r>
            <a:endParaRPr sz="12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621101715" name="TextBox 3"/>
          <p:cNvSpPr txBox="1"/>
          <p:nvPr/>
        </p:nvSpPr>
        <p:spPr bwMode="auto">
          <a:xfrm>
            <a:off x="822960" y="1162373"/>
            <a:ext cx="105156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4200" b="1">
                <a:solidFill>
                  <a:srgbClr val="FFFFFF"/>
                </a:solidFill>
                <a:latin typeface="Helvetica Neue"/>
              </a:rPr>
              <a:t>Food Logging.</a:t>
            </a:r>
            <a:endParaRPr sz="4200" b="1">
              <a:solidFill>
                <a:srgbClr val="FFFFFF"/>
              </a:solidFill>
              <a:latin typeface="Helvetica Neue"/>
            </a:endParaRPr>
          </a:p>
        </p:txBody>
      </p:sp>
      <p:pic>
        <p:nvPicPr>
          <p:cNvPr id="695122505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8574" y="2033345"/>
            <a:ext cx="2245758" cy="4526605"/>
          </a:xfrm>
          <a:prstGeom prst="rect">
            <a:avLst/>
          </a:prstGeom>
        </p:spPr>
      </p:pic>
      <p:pic>
        <p:nvPicPr>
          <p:cNvPr id="25989794" name="Picture 1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80497" y="2033337"/>
            <a:ext cx="2236983" cy="4526601"/>
          </a:xfrm>
          <a:prstGeom prst="rect">
            <a:avLst/>
          </a:prstGeom>
        </p:spPr>
      </p:pic>
      <p:pic>
        <p:nvPicPr>
          <p:cNvPr id="949923803" name="Picture 1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74522" y="2033357"/>
            <a:ext cx="2245752" cy="4526593"/>
          </a:xfrm>
          <a:prstGeom prst="rect">
            <a:avLst/>
          </a:prstGeom>
        </p:spPr>
      </p:pic>
      <p:pic>
        <p:nvPicPr>
          <p:cNvPr id="1384126483" name="Picture 2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177316" y="2033357"/>
            <a:ext cx="2250138" cy="4526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363199" name="Rectangle 1"/>
          <p:cNvSpPr/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1253418" name="TextBox 2"/>
          <p:cNvSpPr txBox="1"/>
          <p:nvPr/>
        </p:nvSpPr>
        <p:spPr bwMode="auto">
          <a:xfrm>
            <a:off x="822960" y="82296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200" b="1">
                <a:solidFill>
                  <a:srgbClr val="34C759"/>
                </a:solidFill>
                <a:latin typeface="Helvetica Neue"/>
              </a:rPr>
              <a:t>APP FLOW IN PICTURES</a:t>
            </a:r>
            <a:endParaRPr sz="12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54507142" name="TextBox 3"/>
          <p:cNvSpPr txBox="1"/>
          <p:nvPr/>
        </p:nvSpPr>
        <p:spPr bwMode="auto">
          <a:xfrm>
            <a:off x="822960" y="1162373"/>
            <a:ext cx="105156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4200" b="1">
                <a:solidFill>
                  <a:srgbClr val="FFFFFF"/>
                </a:solidFill>
                <a:latin typeface="Helvetica Neue"/>
              </a:rPr>
              <a:t>AI Features.</a:t>
            </a:r>
            <a:endParaRPr sz="4200" b="1">
              <a:solidFill>
                <a:srgbClr val="FFFFFF"/>
              </a:solidFill>
              <a:latin typeface="Helvetica Neue"/>
            </a:endParaRPr>
          </a:p>
        </p:txBody>
      </p:sp>
      <p:pic>
        <p:nvPicPr>
          <p:cNvPr id="1061425476" name="Picture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9393" y="1963451"/>
            <a:ext cx="2509068" cy="4596495"/>
          </a:xfrm>
          <a:prstGeom prst="rect">
            <a:avLst/>
          </a:prstGeom>
        </p:spPr>
      </p:pic>
      <p:pic>
        <p:nvPicPr>
          <p:cNvPr id="1500726924" name="Picture 1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733607" y="2033336"/>
            <a:ext cx="2245760" cy="4526609"/>
          </a:xfrm>
          <a:prstGeom prst="rect">
            <a:avLst/>
          </a:prstGeom>
        </p:spPr>
      </p:pic>
      <p:pic>
        <p:nvPicPr>
          <p:cNvPr id="1738853942" name="Picture 2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19671" y="2024513"/>
            <a:ext cx="2254532" cy="4535432"/>
          </a:xfrm>
          <a:prstGeom prst="rect">
            <a:avLst/>
          </a:prstGeom>
        </p:spPr>
      </p:pic>
      <p:pic>
        <p:nvPicPr>
          <p:cNvPr id="268362434" name="Picture 29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138778" y="2042158"/>
            <a:ext cx="2223829" cy="4526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320923" name="TextBox 2"/>
          <p:cNvSpPr txBox="1"/>
          <p:nvPr/>
        </p:nvSpPr>
        <p:spPr bwMode="auto">
          <a:xfrm>
            <a:off x="822960" y="822960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1">
                <a:solidFill>
                  <a:srgbClr val="34C759"/>
                </a:solidFill>
                <a:latin typeface="Helvetica Neue"/>
              </a:rPr>
              <a:t>KEY TECHNOLOGIES</a:t>
            </a:r>
            <a:endParaRPr sz="11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14925674" name="TextBox 3"/>
          <p:cNvSpPr txBox="1"/>
          <p:nvPr/>
        </p:nvSpPr>
        <p:spPr bwMode="auto">
          <a:xfrm>
            <a:off x="822960" y="1737360"/>
            <a:ext cx="10515600" cy="295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4800" b="1">
                <a:solidFill>
                  <a:srgbClr val="1B1B1B"/>
                </a:solidFill>
                <a:latin typeface="Helvetica Neue"/>
              </a:rPr>
              <a:t>Flutter.</a:t>
            </a:r>
            <a:endParaRPr/>
          </a:p>
          <a:p>
            <a:pPr algn="l">
              <a:defRPr/>
            </a:pPr>
            <a:r>
              <a:rPr sz="4800" b="1">
                <a:solidFill>
                  <a:srgbClr val="1B1B1B"/>
                </a:solidFill>
                <a:latin typeface="Helvetica Neue"/>
              </a:rPr>
              <a:t>Riverpod</a:t>
            </a:r>
            <a:r>
              <a:rPr sz="4800" b="1">
                <a:solidFill>
                  <a:srgbClr val="1B1B1B"/>
                </a:solidFill>
                <a:latin typeface="Helvetica Neue"/>
              </a:rPr>
              <a:t> 3.</a:t>
            </a:r>
            <a:endParaRPr/>
          </a:p>
          <a:p>
            <a:pPr algn="l">
              <a:defRPr/>
            </a:pPr>
            <a:r>
              <a:rPr sz="4800" b="1">
                <a:solidFill>
                  <a:srgbClr val="1B1B1B"/>
                </a:solidFill>
                <a:latin typeface="Helvetica Neue"/>
              </a:rPr>
              <a:t>go_router</a:t>
            </a:r>
            <a:r>
              <a:rPr sz="4800" b="1">
                <a:solidFill>
                  <a:srgbClr val="1B1B1B"/>
                </a:solidFill>
                <a:latin typeface="Helvetica Neue"/>
              </a:rPr>
              <a:t>.</a:t>
            </a:r>
            <a:endParaRPr lang="en-US" sz="4800" b="1">
              <a:solidFill>
                <a:srgbClr val="1B1B1B"/>
              </a:solidFill>
              <a:latin typeface="Helvetica Neue"/>
            </a:endParaRPr>
          </a:p>
          <a:p>
            <a:pPr algn="l">
              <a:defRPr/>
            </a:pPr>
            <a:r>
              <a:rPr lang="en-US" sz="4800" b="1">
                <a:solidFill>
                  <a:srgbClr val="1B1B1B"/>
                </a:solidFill>
                <a:latin typeface="Helvetica Neue"/>
              </a:rPr>
              <a:t>Google Generative AI.</a:t>
            </a:r>
            <a:endParaRPr sz="4800" b="1">
              <a:solidFill>
                <a:srgbClr val="1B1B1B"/>
              </a:solidFill>
              <a:latin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42184" name="TextBox 2"/>
          <p:cNvSpPr txBox="1"/>
          <p:nvPr/>
        </p:nvSpPr>
        <p:spPr bwMode="auto">
          <a:xfrm>
            <a:off x="822960" y="822960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1">
                <a:solidFill>
                  <a:srgbClr val="34C759"/>
                </a:solidFill>
                <a:latin typeface="Helvetica Neue"/>
              </a:rPr>
              <a:t>ARCHITECTURE</a:t>
            </a:r>
            <a:endParaRPr sz="11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445071625" name="TextBox 3"/>
          <p:cNvSpPr txBox="1"/>
          <p:nvPr/>
        </p:nvSpPr>
        <p:spPr bwMode="auto">
          <a:xfrm>
            <a:off x="822960" y="1371600"/>
            <a:ext cx="5943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4400" b="1">
                <a:solidFill>
                  <a:srgbClr val="1B1B1B"/>
                </a:solidFill>
                <a:latin typeface="Helvetica Neue"/>
              </a:rPr>
              <a:t>The big picture.</a:t>
            </a:r>
            <a:endParaRPr sz="4400" b="1">
              <a:solidFill>
                <a:srgbClr val="1B1B1B"/>
              </a:solidFill>
              <a:latin typeface="Helvetica Neue"/>
            </a:endParaRPr>
          </a:p>
        </p:txBody>
      </p:sp>
      <p:graphicFrame>
        <p:nvGraphicFramePr>
          <p:cNvPr id="1814895647" name="Diagram 10"/>
          <p:cNvGraphicFramePr>
            <a:graphicFrameLocks xmlns:a="http://schemas.openxmlformats.org/drawingml/2006/main"/>
          </p:cNvGraphicFramePr>
          <p:nvPr/>
        </p:nvGraphicFramePr>
        <p:xfrm rot="0">
          <a:off x="729170" y="2250790"/>
          <a:ext cx="10626185" cy="4289970"/>
          <a:chOff x="0" y="0"/>
          <a:chExt cx="10626185" cy="4289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303413" name="TextBox 2"/>
          <p:cNvSpPr txBox="1"/>
          <p:nvPr/>
        </p:nvSpPr>
        <p:spPr bwMode="auto">
          <a:xfrm>
            <a:off x="822960" y="822960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1">
                <a:solidFill>
                  <a:srgbClr val="34C759"/>
                </a:solidFill>
                <a:latin typeface="Helvetica Neue"/>
              </a:rPr>
              <a:t>ARCHITECTURE</a:t>
            </a:r>
            <a:endParaRPr sz="11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1254713339" name="TextBox 3"/>
          <p:cNvSpPr txBox="1"/>
          <p:nvPr/>
        </p:nvSpPr>
        <p:spPr bwMode="auto">
          <a:xfrm>
            <a:off x="822960" y="1371600"/>
            <a:ext cx="5943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4400" b="1">
                <a:solidFill>
                  <a:srgbClr val="1B1B1B"/>
                </a:solidFill>
                <a:latin typeface="Helvetica Neue"/>
              </a:rPr>
              <a:t>Meal Logging Flow</a:t>
            </a:r>
            <a:endParaRPr sz="4400" b="1">
              <a:solidFill>
                <a:srgbClr val="1B1B1B"/>
              </a:solidFill>
              <a:latin typeface="Helvetica Neue"/>
            </a:endParaRPr>
          </a:p>
        </p:txBody>
      </p:sp>
      <p:graphicFrame>
        <p:nvGraphicFramePr>
          <p:cNvPr id="582212385" name="Diagram 1"/>
          <p:cNvGraphicFramePr>
            <a:graphicFrameLocks xmlns:a="http://schemas.openxmlformats.org/drawingml/2006/main"/>
          </p:cNvGraphicFramePr>
          <p:nvPr/>
        </p:nvGraphicFramePr>
        <p:xfrm rot="0">
          <a:off x="1780592" y="2428071"/>
          <a:ext cx="8630815" cy="3650250"/>
          <a:chOff x="0" y="0"/>
          <a:chExt cx="8630815" cy="3650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49673" name="TextBox 2"/>
          <p:cNvSpPr txBox="1"/>
          <p:nvPr/>
        </p:nvSpPr>
        <p:spPr bwMode="auto">
          <a:xfrm>
            <a:off x="822960" y="822960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100" b="1">
                <a:solidFill>
                  <a:srgbClr val="34C759"/>
                </a:solidFill>
                <a:latin typeface="Helvetica Neue"/>
              </a:rPr>
              <a:t>WHAT’S NEXT?</a:t>
            </a:r>
            <a:endParaRPr sz="1100" b="1">
              <a:solidFill>
                <a:srgbClr val="34C759"/>
              </a:solidFill>
              <a:latin typeface="Helvetica Neue"/>
            </a:endParaRPr>
          </a:p>
        </p:txBody>
      </p:sp>
      <p:sp>
        <p:nvSpPr>
          <p:cNvPr id="495763897" name="TextBox 3"/>
          <p:cNvSpPr txBox="1"/>
          <p:nvPr/>
        </p:nvSpPr>
        <p:spPr bwMode="auto">
          <a:xfrm>
            <a:off x="822960" y="1737360"/>
            <a:ext cx="10518839" cy="219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4800" b="1">
                <a:solidFill>
                  <a:srgbClr val="1B1B1B"/>
                </a:solidFill>
                <a:latin typeface="Helvetica Neue"/>
              </a:rPr>
              <a:t>Improved food DB</a:t>
            </a:r>
            <a:r>
              <a:rPr sz="4800" b="1">
                <a:solidFill>
                  <a:srgbClr val="1B1B1B"/>
                </a:solidFill>
                <a:latin typeface="Helvetica Neue"/>
              </a:rPr>
              <a:t>.</a:t>
            </a:r>
            <a:endParaRPr/>
          </a:p>
          <a:p>
            <a:pPr algn="l">
              <a:defRPr/>
            </a:pPr>
            <a:r>
              <a:rPr lang="en-US" sz="4800" b="1">
                <a:solidFill>
                  <a:srgbClr val="1B1B1B"/>
                </a:solidFill>
                <a:latin typeface="Helvetica Neue"/>
              </a:rPr>
              <a:t>Recipes</a:t>
            </a:r>
            <a:r>
              <a:rPr sz="4800" b="1">
                <a:solidFill>
                  <a:srgbClr val="1B1B1B"/>
                </a:solidFill>
                <a:latin typeface="Helvetica Neue"/>
              </a:rPr>
              <a:t>.</a:t>
            </a:r>
            <a:endParaRPr/>
          </a:p>
          <a:p>
            <a:pPr algn="l">
              <a:defRPr/>
            </a:pPr>
            <a:r>
              <a:rPr lang="en-US" sz="4800" b="1">
                <a:solidFill>
                  <a:srgbClr val="1B1B1B"/>
                </a:solidFill>
                <a:latin typeface="Helvetica Neue"/>
              </a:rPr>
              <a:t>Hydration</a:t>
            </a:r>
            <a:r>
              <a:rPr sz="4800" b="1">
                <a:solidFill>
                  <a:srgbClr val="1B1B1B"/>
                </a:solidFill>
                <a:latin typeface="Helvetica Neue"/>
              </a:rPr>
              <a:t>.</a:t>
            </a:r>
            <a:endParaRPr/>
          </a:p>
        </p:txBody>
      </p:sp>
      <p:sp>
        <p:nvSpPr>
          <p:cNvPr id="1458986534" name="TextBox 4"/>
          <p:cNvSpPr txBox="1"/>
          <p:nvPr/>
        </p:nvSpPr>
        <p:spPr bwMode="auto">
          <a:xfrm>
            <a:off x="822960" y="5943600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n-US" sz="1600" b="0">
                <a:solidFill>
                  <a:srgbClr val="555555"/>
                </a:solidFill>
                <a:latin typeface="Helvetica Neue"/>
              </a:rPr>
              <a:t>No account. No Telemetry</a:t>
            </a:r>
            <a:r>
              <a:rPr lang="en-US" sz="1600">
                <a:solidFill>
                  <a:srgbClr val="555555"/>
                </a:solidFill>
                <a:latin typeface="Helvetica Neue"/>
              </a:rPr>
              <a:t>.</a:t>
            </a:r>
            <a:endParaRPr sz="1600" b="0">
              <a:solidFill>
                <a:srgbClr val="555555"/>
              </a:solidFill>
              <a:latin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10837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3258566" name="TextBox 2"/>
          <p:cNvSpPr txBox="1"/>
          <p:nvPr/>
        </p:nvSpPr>
        <p:spPr bwMode="auto"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800" b="1">
                <a:solidFill>
                  <a:srgbClr val="FFFFFF"/>
                </a:solidFill>
                <a:latin typeface="Helvetica Neue"/>
              </a:rPr>
              <a:t>Thank you</a:t>
            </a:r>
            <a:endParaRPr/>
          </a:p>
        </p:txBody>
      </p:sp>
      <p:sp>
        <p:nvSpPr>
          <p:cNvPr id="568771917" name="TextBox 3"/>
          <p:cNvSpPr txBox="1"/>
          <p:nvPr/>
        </p:nvSpPr>
        <p:spPr bwMode="auto">
          <a:xfrm>
            <a:off x="853440" y="4114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200" b="0">
                <a:solidFill>
                  <a:srgbClr val="8A8A8A"/>
                </a:solidFill>
                <a:latin typeface="Helvetica Neue"/>
              </a:rPr>
              <a:t>Questions?</a:t>
            </a:r>
            <a:endParaRPr/>
          </a:p>
        </p:txBody>
      </p:sp>
      <p:sp>
        <p:nvSpPr>
          <p:cNvPr id="329037535" name="Oval 4"/>
          <p:cNvSpPr/>
          <p:nvPr/>
        </p:nvSpPr>
        <p:spPr bwMode="auto">
          <a:xfrm>
            <a:off x="6462099" y="3637280"/>
            <a:ext cx="256032" cy="256032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8</cp:revision>
  <dcterms:created xsi:type="dcterms:W3CDTF">2013-01-27T09:14:16Z</dcterms:created>
  <dcterms:modified xsi:type="dcterms:W3CDTF">2026-05-29T16:55:28Z</dcterms:modified>
  <cp:category/>
</cp:coreProperties>
</file>